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0"/>
  </p:notesMasterIdLst>
  <p:sldIdLst>
    <p:sldId id="271" r:id="rId3"/>
    <p:sldId id="273" r:id="rId4"/>
    <p:sldId id="280" r:id="rId5"/>
    <p:sldId id="269" r:id="rId6"/>
    <p:sldId id="279" r:id="rId7"/>
    <p:sldId id="281" r:id="rId8"/>
    <p:sldId id="268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77C000"/>
    <a:srgbClr val="E2E2E2"/>
    <a:srgbClr val="64A200"/>
    <a:srgbClr val="DEDEDE"/>
    <a:srgbClr val="FFFFF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438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143000"/>
            <a:ext cx="12188825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3048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" y="1295400"/>
            <a:ext cx="10969943" cy="48307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04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143000"/>
            <a:ext cx="12188825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3048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" y="1295400"/>
            <a:ext cx="10969943" cy="48307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58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bg1">
                    <a:lumMod val="8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gradFill>
          <a:gsLst>
            <a:gs pos="55000">
              <a:srgbClr val="1164AF"/>
            </a:gs>
            <a:gs pos="0">
              <a:srgbClr val="1267AE"/>
            </a:gs>
            <a:gs pos="100000">
              <a:srgbClr val="0A447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1138425"/>
            <a:ext cx="6704172" cy="49877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292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2" y="1138425"/>
            <a:ext cx="6704172" cy="49877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81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1164AF"/>
            </a:gs>
            <a:gs pos="0">
              <a:srgbClr val="1267AE"/>
            </a:gs>
            <a:gs pos="100000">
              <a:srgbClr val="0A447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gvolgyimate19/beadando.git" TargetMode="External"/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gvolgyimate19/beadando.gi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gvolgyimate19/beadando.git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vagvolgyimate19/beadando.gi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1164AF"/>
            </a:gs>
            <a:gs pos="0">
              <a:srgbClr val="1267AE"/>
            </a:gs>
            <a:gs pos="100000">
              <a:srgbClr val="0A447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/>
          <p:cNvSpPr/>
          <p:nvPr/>
        </p:nvSpPr>
        <p:spPr>
          <a:xfrm>
            <a:off x="5914528" y="4724400"/>
            <a:ext cx="5737955" cy="268013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60412" y="4724400"/>
            <a:ext cx="5737955" cy="268013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2632420" y="5446987"/>
            <a:ext cx="6942925" cy="268013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579699" y="2234533"/>
            <a:ext cx="9029426" cy="2603906"/>
            <a:chOff x="1560786" y="2234533"/>
            <a:chExt cx="9029426" cy="2603906"/>
          </a:xfrm>
        </p:grpSpPr>
        <p:grpSp>
          <p:nvGrpSpPr>
            <p:cNvPr id="40" name="Group 39"/>
            <p:cNvGrpSpPr/>
            <p:nvPr/>
          </p:nvGrpSpPr>
          <p:grpSpPr>
            <a:xfrm>
              <a:off x="6710348" y="2234533"/>
              <a:ext cx="3879864" cy="2603906"/>
              <a:chOff x="5338200" y="2344189"/>
              <a:chExt cx="3499412" cy="2348572"/>
            </a:xfrm>
          </p:grpSpPr>
          <p:grpSp>
            <p:nvGrpSpPr>
              <p:cNvPr id="41" name="Group 14"/>
              <p:cNvGrpSpPr/>
              <p:nvPr/>
            </p:nvGrpSpPr>
            <p:grpSpPr>
              <a:xfrm>
                <a:off x="5338200" y="2344189"/>
                <a:ext cx="3499412" cy="2348572"/>
                <a:chOff x="2894012" y="-55052"/>
                <a:chExt cx="7112000" cy="4773102"/>
              </a:xfrm>
            </p:grpSpPr>
            <p:sp>
              <p:nvSpPr>
                <p:cNvPr id="43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42" name="Straight Arrow Connector 41"/>
              <p:cNvCxnSpPr/>
              <p:nvPr/>
            </p:nvCxnSpPr>
            <p:spPr>
              <a:xfrm rot="10800000" flipV="1">
                <a:off x="8621662" y="2382253"/>
                <a:ext cx="133319" cy="112292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560786" y="2234533"/>
              <a:ext cx="3879864" cy="2603906"/>
              <a:chOff x="5338200" y="2344189"/>
              <a:chExt cx="3499412" cy="2348572"/>
            </a:xfrm>
          </p:grpSpPr>
          <p:grpSp>
            <p:nvGrpSpPr>
              <p:cNvPr id="33" name="Group 14"/>
              <p:cNvGrpSpPr/>
              <p:nvPr/>
            </p:nvGrpSpPr>
            <p:grpSpPr>
              <a:xfrm>
                <a:off x="5338200" y="2344189"/>
                <a:ext cx="3499412" cy="2348572"/>
                <a:chOff x="2894012" y="-55052"/>
                <a:chExt cx="7112000" cy="4773102"/>
              </a:xfrm>
            </p:grpSpPr>
            <p:sp>
              <p:nvSpPr>
                <p:cNvPr id="35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34" name="Straight Arrow Connector 33"/>
              <p:cNvCxnSpPr/>
              <p:nvPr/>
            </p:nvCxnSpPr>
            <p:spPr>
              <a:xfrm rot="10800000" flipV="1">
                <a:off x="8621662" y="2382253"/>
                <a:ext cx="133319" cy="112292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Oval 12"/>
          <p:cNvSpPr/>
          <p:nvPr/>
        </p:nvSpPr>
        <p:spPr>
          <a:xfrm>
            <a:off x="1893943" y="5499292"/>
            <a:ext cx="8400940" cy="470857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2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Általános Fizika Ismeretek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>
          <a:xfrm>
            <a:off x="3122612" y="1524000"/>
            <a:ext cx="5943600" cy="3988949"/>
            <a:chOff x="3122612" y="1524000"/>
            <a:chExt cx="5943600" cy="3988949"/>
          </a:xfrm>
        </p:grpSpPr>
        <p:grpSp>
          <p:nvGrpSpPr>
            <p:cNvPr id="2" name="Group 14"/>
            <p:cNvGrpSpPr/>
            <p:nvPr/>
          </p:nvGrpSpPr>
          <p:grpSpPr>
            <a:xfrm>
              <a:off x="3122612" y="1524000"/>
              <a:ext cx="5943600" cy="3988949"/>
              <a:chOff x="2894012" y="-55052"/>
              <a:chExt cx="7112000" cy="4773102"/>
            </a:xfrm>
          </p:grpSpPr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2894012" y="320675"/>
                <a:ext cx="7112000" cy="4397375"/>
              </a:xfrm>
              <a:prstGeom prst="rect">
                <a:avLst/>
              </a:prstGeom>
              <a:solidFill>
                <a:srgbClr val="ECECEC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7"/>
              <p:cNvSpPr>
                <a:spLocks/>
              </p:cNvSpPr>
              <p:nvPr/>
            </p:nvSpPr>
            <p:spPr bwMode="auto">
              <a:xfrm>
                <a:off x="2894012" y="-55052"/>
                <a:ext cx="7112000" cy="375728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4416" y="0"/>
                  </a:cxn>
                  <a:cxn ang="0">
                    <a:pos x="4436" y="3"/>
                  </a:cxn>
                  <a:cxn ang="0">
                    <a:pos x="4454" y="12"/>
                  </a:cxn>
                  <a:cxn ang="0">
                    <a:pos x="4467" y="26"/>
                  </a:cxn>
                  <a:cxn ang="0">
                    <a:pos x="4477" y="43"/>
                  </a:cxn>
                  <a:cxn ang="0">
                    <a:pos x="4480" y="62"/>
                  </a:cxn>
                  <a:cxn ang="0">
                    <a:pos x="4480" y="202"/>
                  </a:cxn>
                  <a:cxn ang="0">
                    <a:pos x="0" y="202"/>
                  </a:cxn>
                  <a:cxn ang="0">
                    <a:pos x="0" y="62"/>
                  </a:cxn>
                  <a:cxn ang="0">
                    <a:pos x="3" y="43"/>
                  </a:cxn>
                  <a:cxn ang="0">
                    <a:pos x="12" y="26"/>
                  </a:cxn>
                  <a:cxn ang="0">
                    <a:pos x="26" y="12"/>
                  </a:cxn>
                  <a:cxn ang="0">
                    <a:pos x="43" y="3"/>
                  </a:cxn>
                  <a:cxn ang="0">
                    <a:pos x="64" y="0"/>
                  </a:cxn>
                </a:cxnLst>
                <a:rect l="0" t="0" r="r" b="b"/>
                <a:pathLst>
                  <a:path w="4480" h="202">
                    <a:moveTo>
                      <a:pt x="64" y="0"/>
                    </a:moveTo>
                    <a:lnTo>
                      <a:pt x="4416" y="0"/>
                    </a:lnTo>
                    <a:lnTo>
                      <a:pt x="4436" y="3"/>
                    </a:lnTo>
                    <a:lnTo>
                      <a:pt x="4454" y="12"/>
                    </a:lnTo>
                    <a:lnTo>
                      <a:pt x="4467" y="26"/>
                    </a:lnTo>
                    <a:lnTo>
                      <a:pt x="4477" y="43"/>
                    </a:lnTo>
                    <a:lnTo>
                      <a:pt x="4480" y="62"/>
                    </a:lnTo>
                    <a:lnTo>
                      <a:pt x="4480" y="202"/>
                    </a:lnTo>
                    <a:lnTo>
                      <a:pt x="0" y="202"/>
                    </a:lnTo>
                    <a:lnTo>
                      <a:pt x="0" y="62"/>
                    </a:lnTo>
                    <a:lnTo>
                      <a:pt x="3" y="43"/>
                    </a:lnTo>
                    <a:lnTo>
                      <a:pt x="12" y="26"/>
                    </a:lnTo>
                    <a:lnTo>
                      <a:pt x="26" y="12"/>
                    </a:lnTo>
                    <a:lnTo>
                      <a:pt x="43" y="3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8"/>
              <p:cNvSpPr>
                <a:spLocks/>
              </p:cNvSpPr>
              <p:nvPr/>
            </p:nvSpPr>
            <p:spPr bwMode="auto">
              <a:xfrm>
                <a:off x="3034450" y="84036"/>
                <a:ext cx="101712" cy="101712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57" y="3"/>
                  </a:cxn>
                  <a:cxn ang="0">
                    <a:pos x="70" y="12"/>
                  </a:cxn>
                  <a:cxn ang="0">
                    <a:pos x="80" y="26"/>
                  </a:cxn>
                  <a:cxn ang="0">
                    <a:pos x="83" y="42"/>
                  </a:cxn>
                  <a:cxn ang="0">
                    <a:pos x="80" y="57"/>
                  </a:cxn>
                  <a:cxn ang="0">
                    <a:pos x="70" y="70"/>
                  </a:cxn>
                  <a:cxn ang="0">
                    <a:pos x="57" y="80"/>
                  </a:cxn>
                  <a:cxn ang="0">
                    <a:pos x="40" y="83"/>
                  </a:cxn>
                  <a:cxn ang="0">
                    <a:pos x="26" y="80"/>
                  </a:cxn>
                  <a:cxn ang="0">
                    <a:pos x="12" y="70"/>
                  </a:cxn>
                  <a:cxn ang="0">
                    <a:pos x="2" y="57"/>
                  </a:cxn>
                  <a:cxn ang="0">
                    <a:pos x="0" y="42"/>
                  </a:cxn>
                  <a:cxn ang="0">
                    <a:pos x="2" y="26"/>
                  </a:cxn>
                  <a:cxn ang="0">
                    <a:pos x="12" y="12"/>
                  </a:cxn>
                  <a:cxn ang="0">
                    <a:pos x="26" y="3"/>
                  </a:cxn>
                  <a:cxn ang="0">
                    <a:pos x="40" y="0"/>
                  </a:cxn>
                </a:cxnLst>
                <a:rect l="0" t="0" r="r" b="b"/>
                <a:pathLst>
                  <a:path w="83" h="83">
                    <a:moveTo>
                      <a:pt x="40" y="0"/>
                    </a:moveTo>
                    <a:lnTo>
                      <a:pt x="57" y="3"/>
                    </a:lnTo>
                    <a:lnTo>
                      <a:pt x="70" y="12"/>
                    </a:lnTo>
                    <a:lnTo>
                      <a:pt x="80" y="26"/>
                    </a:lnTo>
                    <a:lnTo>
                      <a:pt x="83" y="42"/>
                    </a:lnTo>
                    <a:lnTo>
                      <a:pt x="80" y="57"/>
                    </a:lnTo>
                    <a:lnTo>
                      <a:pt x="70" y="70"/>
                    </a:lnTo>
                    <a:lnTo>
                      <a:pt x="57" y="80"/>
                    </a:lnTo>
                    <a:lnTo>
                      <a:pt x="40" y="83"/>
                    </a:lnTo>
                    <a:lnTo>
                      <a:pt x="26" y="80"/>
                    </a:lnTo>
                    <a:lnTo>
                      <a:pt x="12" y="70"/>
                    </a:lnTo>
                    <a:lnTo>
                      <a:pt x="2" y="57"/>
                    </a:lnTo>
                    <a:lnTo>
                      <a:pt x="0" y="42"/>
                    </a:lnTo>
                    <a:lnTo>
                      <a:pt x="2" y="26"/>
                    </a:lnTo>
                    <a:lnTo>
                      <a:pt x="12" y="12"/>
                    </a:lnTo>
                    <a:lnTo>
                      <a:pt x="26" y="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3210301" y="84036"/>
                <a:ext cx="99261" cy="101712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57" y="3"/>
                  </a:cxn>
                  <a:cxn ang="0">
                    <a:pos x="69" y="12"/>
                  </a:cxn>
                  <a:cxn ang="0">
                    <a:pos x="79" y="26"/>
                  </a:cxn>
                  <a:cxn ang="0">
                    <a:pos x="81" y="42"/>
                  </a:cxn>
                  <a:cxn ang="0">
                    <a:pos x="79" y="57"/>
                  </a:cxn>
                  <a:cxn ang="0">
                    <a:pos x="69" y="70"/>
                  </a:cxn>
                  <a:cxn ang="0">
                    <a:pos x="57" y="80"/>
                  </a:cxn>
                  <a:cxn ang="0">
                    <a:pos x="41" y="83"/>
                  </a:cxn>
                  <a:cxn ang="0">
                    <a:pos x="24" y="80"/>
                  </a:cxn>
                  <a:cxn ang="0">
                    <a:pos x="12" y="70"/>
                  </a:cxn>
                  <a:cxn ang="0">
                    <a:pos x="3" y="57"/>
                  </a:cxn>
                  <a:cxn ang="0">
                    <a:pos x="0" y="42"/>
                  </a:cxn>
                  <a:cxn ang="0">
                    <a:pos x="3" y="26"/>
                  </a:cxn>
                  <a:cxn ang="0">
                    <a:pos x="12" y="12"/>
                  </a:cxn>
                  <a:cxn ang="0">
                    <a:pos x="24" y="3"/>
                  </a:cxn>
                  <a:cxn ang="0">
                    <a:pos x="41" y="0"/>
                  </a:cxn>
                </a:cxnLst>
                <a:rect l="0" t="0" r="r" b="b"/>
                <a:pathLst>
                  <a:path w="81" h="83">
                    <a:moveTo>
                      <a:pt x="41" y="0"/>
                    </a:moveTo>
                    <a:lnTo>
                      <a:pt x="57" y="3"/>
                    </a:lnTo>
                    <a:lnTo>
                      <a:pt x="69" y="12"/>
                    </a:lnTo>
                    <a:lnTo>
                      <a:pt x="79" y="26"/>
                    </a:lnTo>
                    <a:lnTo>
                      <a:pt x="81" y="42"/>
                    </a:lnTo>
                    <a:lnTo>
                      <a:pt x="79" y="57"/>
                    </a:lnTo>
                    <a:lnTo>
                      <a:pt x="69" y="70"/>
                    </a:lnTo>
                    <a:lnTo>
                      <a:pt x="57" y="80"/>
                    </a:lnTo>
                    <a:lnTo>
                      <a:pt x="41" y="83"/>
                    </a:lnTo>
                    <a:lnTo>
                      <a:pt x="24" y="80"/>
                    </a:lnTo>
                    <a:lnTo>
                      <a:pt x="12" y="70"/>
                    </a:lnTo>
                    <a:lnTo>
                      <a:pt x="3" y="57"/>
                    </a:lnTo>
                    <a:lnTo>
                      <a:pt x="0" y="42"/>
                    </a:lnTo>
                    <a:lnTo>
                      <a:pt x="3" y="26"/>
                    </a:lnTo>
                    <a:lnTo>
                      <a:pt x="12" y="12"/>
                    </a:lnTo>
                    <a:lnTo>
                      <a:pt x="24" y="3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FFC60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3385288" y="84036"/>
                <a:ext cx="101712" cy="101712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57" y="3"/>
                  </a:cxn>
                  <a:cxn ang="0">
                    <a:pos x="71" y="12"/>
                  </a:cxn>
                  <a:cxn ang="0">
                    <a:pos x="80" y="26"/>
                  </a:cxn>
                  <a:cxn ang="0">
                    <a:pos x="83" y="42"/>
                  </a:cxn>
                  <a:cxn ang="0">
                    <a:pos x="80" y="57"/>
                  </a:cxn>
                  <a:cxn ang="0">
                    <a:pos x="71" y="70"/>
                  </a:cxn>
                  <a:cxn ang="0">
                    <a:pos x="57" y="80"/>
                  </a:cxn>
                  <a:cxn ang="0">
                    <a:pos x="41" y="83"/>
                  </a:cxn>
                  <a:cxn ang="0">
                    <a:pos x="26" y="80"/>
                  </a:cxn>
                  <a:cxn ang="0">
                    <a:pos x="12" y="70"/>
                  </a:cxn>
                  <a:cxn ang="0">
                    <a:pos x="3" y="57"/>
                  </a:cxn>
                  <a:cxn ang="0">
                    <a:pos x="0" y="42"/>
                  </a:cxn>
                  <a:cxn ang="0">
                    <a:pos x="3" y="26"/>
                  </a:cxn>
                  <a:cxn ang="0">
                    <a:pos x="12" y="12"/>
                  </a:cxn>
                  <a:cxn ang="0">
                    <a:pos x="26" y="3"/>
                  </a:cxn>
                  <a:cxn ang="0">
                    <a:pos x="41" y="0"/>
                  </a:cxn>
                </a:cxnLst>
                <a:rect l="0" t="0" r="r" b="b"/>
                <a:pathLst>
                  <a:path w="83" h="83">
                    <a:moveTo>
                      <a:pt x="41" y="0"/>
                    </a:moveTo>
                    <a:lnTo>
                      <a:pt x="57" y="3"/>
                    </a:lnTo>
                    <a:lnTo>
                      <a:pt x="71" y="12"/>
                    </a:lnTo>
                    <a:lnTo>
                      <a:pt x="80" y="26"/>
                    </a:lnTo>
                    <a:lnTo>
                      <a:pt x="83" y="42"/>
                    </a:lnTo>
                    <a:lnTo>
                      <a:pt x="80" y="57"/>
                    </a:lnTo>
                    <a:lnTo>
                      <a:pt x="71" y="70"/>
                    </a:lnTo>
                    <a:lnTo>
                      <a:pt x="57" y="80"/>
                    </a:lnTo>
                    <a:lnTo>
                      <a:pt x="41" y="83"/>
                    </a:lnTo>
                    <a:lnTo>
                      <a:pt x="26" y="80"/>
                    </a:lnTo>
                    <a:lnTo>
                      <a:pt x="12" y="70"/>
                    </a:lnTo>
                    <a:lnTo>
                      <a:pt x="3" y="57"/>
                    </a:lnTo>
                    <a:lnTo>
                      <a:pt x="0" y="42"/>
                    </a:lnTo>
                    <a:lnTo>
                      <a:pt x="3" y="26"/>
                    </a:lnTo>
                    <a:lnTo>
                      <a:pt x="12" y="12"/>
                    </a:lnTo>
                    <a:lnTo>
                      <a:pt x="26" y="3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56FF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rot="5400000">
              <a:off x="8782849" y="1620925"/>
              <a:ext cx="148929" cy="14761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250"/>
          <p:cNvGrpSpPr/>
          <p:nvPr/>
        </p:nvGrpSpPr>
        <p:grpSpPr>
          <a:xfrm>
            <a:off x="3533178" y="2179814"/>
            <a:ext cx="5075834" cy="3012024"/>
            <a:chOff x="4875212" y="2286000"/>
            <a:chExt cx="2687782" cy="1239982"/>
          </a:xfrm>
        </p:grpSpPr>
        <p:grpSp>
          <p:nvGrpSpPr>
            <p:cNvPr id="52" name="Group 240"/>
            <p:cNvGrpSpPr/>
            <p:nvPr/>
          </p:nvGrpSpPr>
          <p:grpSpPr>
            <a:xfrm>
              <a:off x="5154679" y="2286000"/>
              <a:ext cx="2128849" cy="324740"/>
              <a:chOff x="3124402" y="2830284"/>
              <a:chExt cx="4055630" cy="618656"/>
            </a:xfrm>
          </p:grpSpPr>
          <p:sp>
            <p:nvSpPr>
              <p:cNvPr id="62" name="Rounded Rectangle 61"/>
              <p:cNvSpPr/>
              <p:nvPr/>
            </p:nvSpPr>
            <p:spPr>
              <a:xfrm>
                <a:off x="3124402" y="2830284"/>
                <a:ext cx="4055630" cy="618656"/>
              </a:xfrm>
              <a:prstGeom prst="roundRect">
                <a:avLst>
                  <a:gd name="adj" fmla="val 11111"/>
                </a:avLst>
              </a:prstGeom>
              <a:solidFill>
                <a:srgbClr val="77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3687207" y="2939868"/>
                <a:ext cx="3355345" cy="382826"/>
              </a:xfrm>
              <a:prstGeom prst="roundRect">
                <a:avLst>
                  <a:gd name="adj" fmla="val 559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45720" rIns="109728" rtlCol="0" anchor="ctr"/>
              <a:lstStyle/>
              <a:p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  <a:hlinkClick r:id="rId3"/>
                  </a:rPr>
                  <a:t>https://github.com/vagvolgyimate19/beadando.git</a:t>
                </a:r>
                <a:endPara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3" name="Group 249"/>
            <p:cNvGrpSpPr/>
            <p:nvPr/>
          </p:nvGrpSpPr>
          <p:grpSpPr>
            <a:xfrm>
              <a:off x="4875212" y="2819400"/>
              <a:ext cx="2687782" cy="706582"/>
              <a:chOff x="4875212" y="2819400"/>
              <a:chExt cx="2687782" cy="706582"/>
            </a:xfrm>
          </p:grpSpPr>
          <p:grpSp>
            <p:nvGrpSpPr>
              <p:cNvPr id="54" name="Group 244"/>
              <p:cNvGrpSpPr/>
              <p:nvPr/>
            </p:nvGrpSpPr>
            <p:grpSpPr>
              <a:xfrm>
                <a:off x="4875212" y="2819400"/>
                <a:ext cx="2687781" cy="706582"/>
                <a:chOff x="4875212" y="2819400"/>
                <a:chExt cx="2687781" cy="706582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59" name="Rectangle 58"/>
                <p:cNvSpPr/>
                <p:nvPr/>
              </p:nvSpPr>
              <p:spPr>
                <a:xfrm>
                  <a:off x="4875212" y="2819400"/>
                  <a:ext cx="1219200" cy="1524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sz="2000" dirty="0"/>
                    <a:t>Vágvölgyi Máté</a:t>
                  </a:r>
                  <a:endParaRPr lang="en-US" sz="2000" dirty="0"/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4875212" y="3096491"/>
                  <a:ext cx="2687781" cy="1524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sz="1400" dirty="0"/>
                    <a:t>Békéscsabai SZC Nemes Tihamér Technikum és Kollégium</a:t>
                  </a:r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4875212" y="3373582"/>
                  <a:ext cx="1219200" cy="1524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2021</a:t>
                  </a:r>
                  <a:endParaRPr lang="en-US" dirty="0"/>
                </a:p>
              </p:txBody>
            </p:sp>
          </p:grpSp>
          <p:grpSp>
            <p:nvGrpSpPr>
              <p:cNvPr id="55" name="Group 245"/>
              <p:cNvGrpSpPr/>
              <p:nvPr/>
            </p:nvGrpSpPr>
            <p:grpSpPr>
              <a:xfrm>
                <a:off x="6343794" y="2819400"/>
                <a:ext cx="1219200" cy="706582"/>
                <a:chOff x="4875212" y="2819400"/>
                <a:chExt cx="1219200" cy="706582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4875212" y="2819400"/>
                  <a:ext cx="1219200" cy="1524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sz="2000" dirty="0"/>
                    <a:t>Varga Rajmund</a:t>
                  </a:r>
                  <a:endParaRPr lang="en-US" sz="2000" dirty="0"/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4875212" y="3373582"/>
                  <a:ext cx="1219200" cy="1524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november 05.</a:t>
                  </a:r>
                  <a:endParaRPr lang="en-US" dirty="0"/>
                </a:p>
              </p:txBody>
            </p:sp>
          </p:grpSp>
        </p:grpSp>
      </p:grpSp>
      <p:sp>
        <p:nvSpPr>
          <p:cNvPr id="68" name="Donut 31">
            <a:extLst>
              <a:ext uri="{FF2B5EF4-FFF2-40B4-BE49-F238E27FC236}">
                <a16:creationId xmlns:a16="http://schemas.microsoft.com/office/drawing/2014/main" id="{E4EE0FEF-DB65-4A5C-B2CA-328CB7412F3D}"/>
              </a:ext>
            </a:extLst>
          </p:cNvPr>
          <p:cNvSpPr/>
          <p:nvPr/>
        </p:nvSpPr>
        <p:spPr>
          <a:xfrm rot="3600000">
            <a:off x="4190937" y="2397028"/>
            <a:ext cx="234257" cy="234256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32">
            <a:extLst>
              <a:ext uri="{FF2B5EF4-FFF2-40B4-BE49-F238E27FC236}">
                <a16:creationId xmlns:a16="http://schemas.microsoft.com/office/drawing/2014/main" id="{00C8BB16-7AFE-416A-B9F3-C305D46B059C}"/>
              </a:ext>
            </a:extLst>
          </p:cNvPr>
          <p:cNvSpPr/>
          <p:nvPr/>
        </p:nvSpPr>
        <p:spPr>
          <a:xfrm rot="3600000">
            <a:off x="4334027" y="2619137"/>
            <a:ext cx="112692" cy="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1164AF"/>
            </a:gs>
            <a:gs pos="0">
              <a:srgbClr val="1267AE"/>
            </a:gs>
            <a:gs pos="100000">
              <a:srgbClr val="0A447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Tartalomjegyzék, rövid leírás</a:t>
            </a:r>
            <a:endParaRPr lang="en-US" dirty="0"/>
          </a:p>
        </p:txBody>
      </p:sp>
      <p:grpSp>
        <p:nvGrpSpPr>
          <p:cNvPr id="97" name="Group 96"/>
          <p:cNvGrpSpPr/>
          <p:nvPr/>
        </p:nvGrpSpPr>
        <p:grpSpPr>
          <a:xfrm>
            <a:off x="760412" y="1600200"/>
            <a:ext cx="10458340" cy="4267200"/>
            <a:chOff x="-1525588" y="1524000"/>
            <a:chExt cx="10458340" cy="4267200"/>
          </a:xfrm>
        </p:grpSpPr>
        <p:sp>
          <p:nvSpPr>
            <p:cNvPr id="78" name="Oval 77"/>
            <p:cNvSpPr/>
            <p:nvPr/>
          </p:nvSpPr>
          <p:spPr>
            <a:xfrm>
              <a:off x="531812" y="5370787"/>
              <a:ext cx="8400940" cy="26801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3000"/>
                  </a:schemeClr>
                </a:gs>
                <a:gs pos="100000">
                  <a:sysClr val="window" lastClr="FFFFFF">
                    <a:alpha val="0"/>
                    <a:lumMod val="100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760481" y="1524000"/>
              <a:ext cx="5943600" cy="3988949"/>
              <a:chOff x="3122612" y="1524000"/>
              <a:chExt cx="5943600" cy="3988949"/>
            </a:xfrm>
          </p:grpSpPr>
          <p:grpSp>
            <p:nvGrpSpPr>
              <p:cNvPr id="80" name="Group 14"/>
              <p:cNvGrpSpPr/>
              <p:nvPr/>
            </p:nvGrpSpPr>
            <p:grpSpPr>
              <a:xfrm>
                <a:off x="3122612" y="1524000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92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rgbClr val="ECECEC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81" name="Straight Arrow Connector 80"/>
              <p:cNvCxnSpPr/>
              <p:nvPr/>
            </p:nvCxnSpPr>
            <p:spPr>
              <a:xfrm rot="5400000">
                <a:off x="8782849" y="1620925"/>
                <a:ext cx="148929" cy="14761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/>
            <p:cNvSpPr/>
            <p:nvPr/>
          </p:nvSpPr>
          <p:spPr>
            <a:xfrm>
              <a:off x="-1525588" y="5562600"/>
              <a:ext cx="4091153" cy="228600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lumMod val="50000"/>
                    <a:lumOff val="50000"/>
                    <a:alpha val="20000"/>
                  </a:sysClr>
                </a:gs>
                <a:gs pos="100000">
                  <a:sysClr val="window" lastClr="FFFFFF">
                    <a:alpha val="0"/>
                    <a:lumMod val="100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-773386" y="5486400"/>
              <a:ext cx="2676798" cy="26801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73000"/>
                  </a:schemeClr>
                </a:gs>
                <a:gs pos="100000">
                  <a:sysClr val="window" lastClr="FFFFFF">
                    <a:alpha val="0"/>
                    <a:lumMod val="100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4850382" y="2409020"/>
            <a:ext cx="4306354" cy="2488334"/>
            <a:chOff x="4951412" y="2388472"/>
            <a:chExt cx="4306354" cy="2488334"/>
          </a:xfrm>
        </p:grpSpPr>
        <p:grpSp>
          <p:nvGrpSpPr>
            <p:cNvPr id="73" name="Group 249"/>
            <p:cNvGrpSpPr/>
            <p:nvPr/>
          </p:nvGrpSpPr>
          <p:grpSpPr>
            <a:xfrm>
              <a:off x="4951412" y="3661693"/>
              <a:ext cx="4306354" cy="1215113"/>
              <a:chOff x="4875212" y="2767579"/>
              <a:chExt cx="2687782" cy="758404"/>
            </a:xfrm>
          </p:grpSpPr>
          <p:grpSp>
            <p:nvGrpSpPr>
              <p:cNvPr id="74" name="Group 244"/>
              <p:cNvGrpSpPr/>
              <p:nvPr/>
            </p:nvGrpSpPr>
            <p:grpSpPr>
              <a:xfrm>
                <a:off x="4875212" y="2767580"/>
                <a:ext cx="2684897" cy="758403"/>
                <a:chOff x="4875212" y="2767580"/>
                <a:chExt cx="2684897" cy="758403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99" name="Rectangle 98"/>
                <p:cNvSpPr/>
                <p:nvPr/>
              </p:nvSpPr>
              <p:spPr>
                <a:xfrm>
                  <a:off x="4875212" y="2767580"/>
                  <a:ext cx="1219200" cy="20422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Főoldal</a:t>
                  </a:r>
                  <a:endParaRPr lang="en-US" dirty="0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4875212" y="3044670"/>
                  <a:ext cx="2684897" cy="20422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sz="2000" dirty="0"/>
                    <a:t>Egyenletes vonalú egyenletes mozgás</a:t>
                  </a:r>
                  <a:endParaRPr lang="en-US" sz="2000" dirty="0"/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>
                  <a:off x="4875212" y="3330168"/>
                  <a:ext cx="1219200" cy="19581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Szabadesés</a:t>
                  </a:r>
                  <a:endParaRPr lang="en-US" dirty="0"/>
                </a:p>
              </p:txBody>
            </p:sp>
          </p:grpSp>
          <p:grpSp>
            <p:nvGrpSpPr>
              <p:cNvPr id="75" name="Group 245"/>
              <p:cNvGrpSpPr/>
              <p:nvPr/>
            </p:nvGrpSpPr>
            <p:grpSpPr>
              <a:xfrm>
                <a:off x="6343794" y="2767579"/>
                <a:ext cx="1219200" cy="758403"/>
                <a:chOff x="4875212" y="2767579"/>
                <a:chExt cx="1219200" cy="758403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76" name="Rectangle 75"/>
                <p:cNvSpPr/>
                <p:nvPr/>
              </p:nvSpPr>
              <p:spPr>
                <a:xfrm>
                  <a:off x="4875212" y="2767579"/>
                  <a:ext cx="1219200" cy="20422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Rólunk oldal</a:t>
                  </a:r>
                  <a:endParaRPr lang="en-US" dirty="0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875212" y="3321759"/>
                  <a:ext cx="1219200" cy="20422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hu-HU" dirty="0"/>
                    <a:t>Hajítás</a:t>
                  </a:r>
                  <a:endParaRPr lang="en-US" dirty="0"/>
                </a:p>
              </p:txBody>
            </p:sp>
          </p:grpSp>
        </p:grpSp>
        <p:sp>
          <p:nvSpPr>
            <p:cNvPr id="106" name="Rectangle 105"/>
            <p:cNvSpPr/>
            <p:nvPr/>
          </p:nvSpPr>
          <p:spPr>
            <a:xfrm>
              <a:off x="4951995" y="2388472"/>
              <a:ext cx="4301733" cy="1143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000" dirty="0"/>
                <a:t>Ez az oldal bemutatja a 10. évfolyam általános fizikai ismereteket, ötletes képmellékletekkel. </a:t>
              </a:r>
              <a:endParaRPr lang="en-US" sz="2000" dirty="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827212" y="2087235"/>
            <a:ext cx="3229302" cy="3675063"/>
            <a:chOff x="1674812" y="1981200"/>
            <a:chExt cx="3229302" cy="3675063"/>
          </a:xfrm>
        </p:grpSpPr>
        <p:cxnSp>
          <p:nvCxnSpPr>
            <p:cNvPr id="66" name="Straight Connector 65"/>
            <p:cNvCxnSpPr/>
            <p:nvPr/>
          </p:nvCxnSpPr>
          <p:spPr>
            <a:xfrm flipV="1">
              <a:off x="3303914" y="2727434"/>
              <a:ext cx="1600200" cy="14478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/>
            <p:cNvGrpSpPr/>
            <p:nvPr/>
          </p:nvGrpSpPr>
          <p:grpSpPr>
            <a:xfrm>
              <a:off x="1674812" y="1981200"/>
              <a:ext cx="2023348" cy="3675063"/>
              <a:chOff x="8456613" y="2322513"/>
              <a:chExt cx="1477962" cy="2684463"/>
            </a:xfrm>
          </p:grpSpPr>
          <p:sp>
            <p:nvSpPr>
              <p:cNvPr id="1039" name="Freeform 15"/>
              <p:cNvSpPr>
                <a:spLocks/>
              </p:cNvSpPr>
              <p:nvPr/>
            </p:nvSpPr>
            <p:spPr bwMode="auto">
              <a:xfrm>
                <a:off x="9758363" y="3627438"/>
                <a:ext cx="176212" cy="1603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8" y="0"/>
                  </a:cxn>
                  <a:cxn ang="0">
                    <a:pos x="49" y="1"/>
                  </a:cxn>
                  <a:cxn ang="0">
                    <a:pos x="62" y="2"/>
                  </a:cxn>
                  <a:cxn ang="0">
                    <a:pos x="75" y="4"/>
                  </a:cxn>
                  <a:cxn ang="0">
                    <a:pos x="87" y="7"/>
                  </a:cxn>
                  <a:cxn ang="0">
                    <a:pos x="97" y="10"/>
                  </a:cxn>
                  <a:cxn ang="0">
                    <a:pos x="105" y="15"/>
                  </a:cxn>
                  <a:cxn ang="0">
                    <a:pos x="108" y="18"/>
                  </a:cxn>
                  <a:cxn ang="0">
                    <a:pos x="110" y="22"/>
                  </a:cxn>
                  <a:cxn ang="0">
                    <a:pos x="111" y="26"/>
                  </a:cxn>
                  <a:cxn ang="0">
                    <a:pos x="111" y="32"/>
                  </a:cxn>
                  <a:cxn ang="0">
                    <a:pos x="111" y="39"/>
                  </a:cxn>
                  <a:cxn ang="0">
                    <a:pos x="110" y="45"/>
                  </a:cxn>
                  <a:cxn ang="0">
                    <a:pos x="107" y="53"/>
                  </a:cxn>
                  <a:cxn ang="0">
                    <a:pos x="102" y="60"/>
                  </a:cxn>
                  <a:cxn ang="0">
                    <a:pos x="97" y="68"/>
                  </a:cxn>
                  <a:cxn ang="0">
                    <a:pos x="89" y="74"/>
                  </a:cxn>
                  <a:cxn ang="0">
                    <a:pos x="80" y="81"/>
                  </a:cxn>
                  <a:cxn ang="0">
                    <a:pos x="69" y="87"/>
                  </a:cxn>
                  <a:cxn ang="0">
                    <a:pos x="56" y="92"/>
                  </a:cxn>
                  <a:cxn ang="0">
                    <a:pos x="40" y="96"/>
                  </a:cxn>
                  <a:cxn ang="0">
                    <a:pos x="21" y="99"/>
                  </a:cxn>
                  <a:cxn ang="0">
                    <a:pos x="0" y="101"/>
                  </a:cxn>
                  <a:cxn ang="0">
                    <a:pos x="11" y="0"/>
                  </a:cxn>
                </a:cxnLst>
                <a:rect l="0" t="0" r="r" b="b"/>
                <a:pathLst>
                  <a:path w="111" h="101">
                    <a:moveTo>
                      <a:pt x="11" y="0"/>
                    </a:moveTo>
                    <a:lnTo>
                      <a:pt x="38" y="0"/>
                    </a:lnTo>
                    <a:lnTo>
                      <a:pt x="49" y="1"/>
                    </a:lnTo>
                    <a:lnTo>
                      <a:pt x="62" y="2"/>
                    </a:lnTo>
                    <a:lnTo>
                      <a:pt x="75" y="4"/>
                    </a:lnTo>
                    <a:lnTo>
                      <a:pt x="87" y="7"/>
                    </a:lnTo>
                    <a:lnTo>
                      <a:pt x="97" y="10"/>
                    </a:lnTo>
                    <a:lnTo>
                      <a:pt x="105" y="15"/>
                    </a:lnTo>
                    <a:lnTo>
                      <a:pt x="108" y="18"/>
                    </a:lnTo>
                    <a:lnTo>
                      <a:pt x="110" y="22"/>
                    </a:lnTo>
                    <a:lnTo>
                      <a:pt x="111" y="26"/>
                    </a:lnTo>
                    <a:lnTo>
                      <a:pt x="111" y="32"/>
                    </a:lnTo>
                    <a:lnTo>
                      <a:pt x="111" y="39"/>
                    </a:lnTo>
                    <a:lnTo>
                      <a:pt x="110" y="45"/>
                    </a:lnTo>
                    <a:lnTo>
                      <a:pt x="107" y="53"/>
                    </a:lnTo>
                    <a:lnTo>
                      <a:pt x="102" y="60"/>
                    </a:lnTo>
                    <a:lnTo>
                      <a:pt x="97" y="68"/>
                    </a:lnTo>
                    <a:lnTo>
                      <a:pt x="89" y="74"/>
                    </a:lnTo>
                    <a:lnTo>
                      <a:pt x="80" y="81"/>
                    </a:lnTo>
                    <a:lnTo>
                      <a:pt x="69" y="87"/>
                    </a:lnTo>
                    <a:lnTo>
                      <a:pt x="56" y="92"/>
                    </a:lnTo>
                    <a:lnTo>
                      <a:pt x="40" y="96"/>
                    </a:lnTo>
                    <a:lnTo>
                      <a:pt x="21" y="99"/>
                    </a:lnTo>
                    <a:lnTo>
                      <a:pt x="0" y="10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0" name="Freeform 16"/>
              <p:cNvSpPr>
                <a:spLocks/>
              </p:cNvSpPr>
              <p:nvPr/>
            </p:nvSpPr>
            <p:spPr bwMode="auto">
              <a:xfrm>
                <a:off x="8836025" y="3254375"/>
                <a:ext cx="582612" cy="900113"/>
              </a:xfrm>
              <a:custGeom>
                <a:avLst/>
                <a:gdLst/>
                <a:ahLst/>
                <a:cxnLst>
                  <a:cxn ang="0">
                    <a:pos x="287" y="0"/>
                  </a:cxn>
                  <a:cxn ang="0">
                    <a:pos x="288" y="0"/>
                  </a:cxn>
                  <a:cxn ang="0">
                    <a:pos x="291" y="2"/>
                  </a:cxn>
                  <a:cxn ang="0">
                    <a:pos x="297" y="4"/>
                  </a:cxn>
                  <a:cxn ang="0">
                    <a:pos x="305" y="6"/>
                  </a:cxn>
                  <a:cxn ang="0">
                    <a:pos x="315" y="7"/>
                  </a:cxn>
                  <a:cxn ang="0">
                    <a:pos x="328" y="7"/>
                  </a:cxn>
                  <a:cxn ang="0">
                    <a:pos x="343" y="5"/>
                  </a:cxn>
                  <a:cxn ang="0">
                    <a:pos x="367" y="538"/>
                  </a:cxn>
                  <a:cxn ang="0">
                    <a:pos x="0" y="567"/>
                  </a:cxn>
                  <a:cxn ang="0">
                    <a:pos x="33" y="21"/>
                  </a:cxn>
                  <a:cxn ang="0">
                    <a:pos x="44" y="11"/>
                  </a:cxn>
                  <a:cxn ang="0">
                    <a:pos x="117" y="11"/>
                  </a:cxn>
                  <a:cxn ang="0">
                    <a:pos x="142" y="10"/>
                  </a:cxn>
                  <a:cxn ang="0">
                    <a:pos x="169" y="9"/>
                  </a:cxn>
                  <a:cxn ang="0">
                    <a:pos x="198" y="7"/>
                  </a:cxn>
                  <a:cxn ang="0">
                    <a:pos x="228" y="5"/>
                  </a:cxn>
                  <a:cxn ang="0">
                    <a:pos x="257" y="3"/>
                  </a:cxn>
                  <a:cxn ang="0">
                    <a:pos x="287" y="0"/>
                  </a:cxn>
                </a:cxnLst>
                <a:rect l="0" t="0" r="r" b="b"/>
                <a:pathLst>
                  <a:path w="367" h="567">
                    <a:moveTo>
                      <a:pt x="287" y="0"/>
                    </a:moveTo>
                    <a:lnTo>
                      <a:pt x="288" y="0"/>
                    </a:lnTo>
                    <a:lnTo>
                      <a:pt x="291" y="2"/>
                    </a:lnTo>
                    <a:lnTo>
                      <a:pt x="297" y="4"/>
                    </a:lnTo>
                    <a:lnTo>
                      <a:pt x="305" y="6"/>
                    </a:lnTo>
                    <a:lnTo>
                      <a:pt x="315" y="7"/>
                    </a:lnTo>
                    <a:lnTo>
                      <a:pt x="328" y="7"/>
                    </a:lnTo>
                    <a:lnTo>
                      <a:pt x="343" y="5"/>
                    </a:lnTo>
                    <a:lnTo>
                      <a:pt x="367" y="538"/>
                    </a:lnTo>
                    <a:lnTo>
                      <a:pt x="0" y="567"/>
                    </a:lnTo>
                    <a:lnTo>
                      <a:pt x="33" y="21"/>
                    </a:lnTo>
                    <a:lnTo>
                      <a:pt x="44" y="11"/>
                    </a:lnTo>
                    <a:lnTo>
                      <a:pt x="117" y="11"/>
                    </a:lnTo>
                    <a:lnTo>
                      <a:pt x="142" y="10"/>
                    </a:lnTo>
                    <a:lnTo>
                      <a:pt x="169" y="9"/>
                    </a:lnTo>
                    <a:lnTo>
                      <a:pt x="198" y="7"/>
                    </a:lnTo>
                    <a:lnTo>
                      <a:pt x="228" y="5"/>
                    </a:lnTo>
                    <a:lnTo>
                      <a:pt x="257" y="3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rgbClr val="EAF2F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1" name="Freeform 17"/>
              <p:cNvSpPr>
                <a:spLocks/>
              </p:cNvSpPr>
              <p:nvPr/>
            </p:nvSpPr>
            <p:spPr bwMode="auto">
              <a:xfrm>
                <a:off x="8934450" y="3317875"/>
                <a:ext cx="131762" cy="7969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2" y="7"/>
                  </a:cxn>
                  <a:cxn ang="0">
                    <a:pos x="5" y="15"/>
                  </a:cxn>
                  <a:cxn ang="0">
                    <a:pos x="8" y="26"/>
                  </a:cxn>
                  <a:cxn ang="0">
                    <a:pos x="13" y="39"/>
                  </a:cxn>
                  <a:cxn ang="0">
                    <a:pos x="17" y="55"/>
                  </a:cxn>
                  <a:cxn ang="0">
                    <a:pos x="23" y="74"/>
                  </a:cxn>
                  <a:cxn ang="0">
                    <a:pos x="29" y="95"/>
                  </a:cxn>
                  <a:cxn ang="0">
                    <a:pos x="35" y="119"/>
                  </a:cxn>
                  <a:cxn ang="0">
                    <a:pos x="41" y="143"/>
                  </a:cxn>
                  <a:cxn ang="0">
                    <a:pos x="47" y="170"/>
                  </a:cxn>
                  <a:cxn ang="0">
                    <a:pos x="53" y="199"/>
                  </a:cxn>
                  <a:cxn ang="0">
                    <a:pos x="59" y="229"/>
                  </a:cxn>
                  <a:cxn ang="0">
                    <a:pos x="64" y="260"/>
                  </a:cxn>
                  <a:cxn ang="0">
                    <a:pos x="70" y="292"/>
                  </a:cxn>
                  <a:cxn ang="0">
                    <a:pos x="74" y="326"/>
                  </a:cxn>
                  <a:cxn ang="0">
                    <a:pos x="78" y="360"/>
                  </a:cxn>
                  <a:cxn ang="0">
                    <a:pos x="80" y="395"/>
                  </a:cxn>
                  <a:cxn ang="0">
                    <a:pos x="82" y="430"/>
                  </a:cxn>
                  <a:cxn ang="0">
                    <a:pos x="83" y="466"/>
                  </a:cxn>
                  <a:cxn ang="0">
                    <a:pos x="82" y="501"/>
                  </a:cxn>
                  <a:cxn ang="0">
                    <a:pos x="49" y="502"/>
                  </a:cxn>
                  <a:cxn ang="0">
                    <a:pos x="0" y="0"/>
                  </a:cxn>
                </a:cxnLst>
                <a:rect l="0" t="0" r="r" b="b"/>
                <a:pathLst>
                  <a:path w="83" h="502">
                    <a:moveTo>
                      <a:pt x="0" y="0"/>
                    </a:moveTo>
                    <a:lnTo>
                      <a:pt x="0" y="2"/>
                    </a:lnTo>
                    <a:lnTo>
                      <a:pt x="2" y="7"/>
                    </a:lnTo>
                    <a:lnTo>
                      <a:pt x="5" y="15"/>
                    </a:lnTo>
                    <a:lnTo>
                      <a:pt x="8" y="26"/>
                    </a:lnTo>
                    <a:lnTo>
                      <a:pt x="13" y="39"/>
                    </a:lnTo>
                    <a:lnTo>
                      <a:pt x="17" y="55"/>
                    </a:lnTo>
                    <a:lnTo>
                      <a:pt x="23" y="74"/>
                    </a:lnTo>
                    <a:lnTo>
                      <a:pt x="29" y="95"/>
                    </a:lnTo>
                    <a:lnTo>
                      <a:pt x="35" y="119"/>
                    </a:lnTo>
                    <a:lnTo>
                      <a:pt x="41" y="143"/>
                    </a:lnTo>
                    <a:lnTo>
                      <a:pt x="47" y="170"/>
                    </a:lnTo>
                    <a:lnTo>
                      <a:pt x="53" y="199"/>
                    </a:lnTo>
                    <a:lnTo>
                      <a:pt x="59" y="229"/>
                    </a:lnTo>
                    <a:lnTo>
                      <a:pt x="64" y="260"/>
                    </a:lnTo>
                    <a:lnTo>
                      <a:pt x="70" y="292"/>
                    </a:lnTo>
                    <a:lnTo>
                      <a:pt x="74" y="326"/>
                    </a:lnTo>
                    <a:lnTo>
                      <a:pt x="78" y="360"/>
                    </a:lnTo>
                    <a:lnTo>
                      <a:pt x="80" y="395"/>
                    </a:lnTo>
                    <a:lnTo>
                      <a:pt x="82" y="430"/>
                    </a:lnTo>
                    <a:lnTo>
                      <a:pt x="83" y="466"/>
                    </a:lnTo>
                    <a:lnTo>
                      <a:pt x="82" y="501"/>
                    </a:lnTo>
                    <a:lnTo>
                      <a:pt x="49" y="5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ED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2" name="Freeform 18"/>
              <p:cNvSpPr>
                <a:spLocks/>
              </p:cNvSpPr>
              <p:nvPr/>
            </p:nvSpPr>
            <p:spPr bwMode="auto">
              <a:xfrm>
                <a:off x="8778875" y="4070350"/>
                <a:ext cx="711200" cy="936625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15" y="4"/>
                  </a:cxn>
                  <a:cxn ang="0">
                    <a:pos x="39" y="9"/>
                  </a:cxn>
                  <a:cxn ang="0">
                    <a:pos x="74" y="16"/>
                  </a:cxn>
                  <a:cxn ang="0">
                    <a:pos x="116" y="22"/>
                  </a:cxn>
                  <a:cxn ang="0">
                    <a:pos x="165" y="27"/>
                  </a:cxn>
                  <a:cxn ang="0">
                    <a:pos x="219" y="30"/>
                  </a:cxn>
                  <a:cxn ang="0">
                    <a:pos x="275" y="30"/>
                  </a:cxn>
                  <a:cxn ang="0">
                    <a:pos x="333" y="26"/>
                  </a:cxn>
                  <a:cxn ang="0">
                    <a:pos x="361" y="24"/>
                  </a:cxn>
                  <a:cxn ang="0">
                    <a:pos x="363" y="40"/>
                  </a:cxn>
                  <a:cxn ang="0">
                    <a:pos x="364" y="70"/>
                  </a:cxn>
                  <a:cxn ang="0">
                    <a:pos x="368" y="112"/>
                  </a:cxn>
                  <a:cxn ang="0">
                    <a:pos x="372" y="161"/>
                  </a:cxn>
                  <a:cxn ang="0">
                    <a:pos x="377" y="216"/>
                  </a:cxn>
                  <a:cxn ang="0">
                    <a:pos x="387" y="303"/>
                  </a:cxn>
                  <a:cxn ang="0">
                    <a:pos x="399" y="387"/>
                  </a:cxn>
                  <a:cxn ang="0">
                    <a:pos x="408" y="432"/>
                  </a:cxn>
                  <a:cxn ang="0">
                    <a:pos x="417" y="470"/>
                  </a:cxn>
                  <a:cxn ang="0">
                    <a:pos x="433" y="514"/>
                  </a:cxn>
                  <a:cxn ang="0">
                    <a:pos x="442" y="534"/>
                  </a:cxn>
                  <a:cxn ang="0">
                    <a:pos x="447" y="545"/>
                  </a:cxn>
                  <a:cxn ang="0">
                    <a:pos x="305" y="590"/>
                  </a:cxn>
                  <a:cxn ang="0">
                    <a:pos x="299" y="583"/>
                  </a:cxn>
                  <a:cxn ang="0">
                    <a:pos x="289" y="568"/>
                  </a:cxn>
                  <a:cxn ang="0">
                    <a:pos x="277" y="540"/>
                  </a:cxn>
                  <a:cxn ang="0">
                    <a:pos x="262" y="499"/>
                  </a:cxn>
                  <a:cxn ang="0">
                    <a:pos x="250" y="452"/>
                  </a:cxn>
                  <a:cxn ang="0">
                    <a:pos x="241" y="417"/>
                  </a:cxn>
                  <a:cxn ang="0">
                    <a:pos x="233" y="375"/>
                  </a:cxn>
                  <a:cxn ang="0">
                    <a:pos x="229" y="349"/>
                  </a:cxn>
                  <a:cxn ang="0">
                    <a:pos x="225" y="320"/>
                  </a:cxn>
                  <a:cxn ang="0">
                    <a:pos x="220" y="286"/>
                  </a:cxn>
                  <a:cxn ang="0">
                    <a:pos x="214" y="242"/>
                  </a:cxn>
                  <a:cxn ang="0">
                    <a:pos x="206" y="187"/>
                  </a:cxn>
                  <a:cxn ang="0">
                    <a:pos x="173" y="195"/>
                  </a:cxn>
                  <a:cxn ang="0">
                    <a:pos x="173" y="225"/>
                  </a:cxn>
                  <a:cxn ang="0">
                    <a:pos x="172" y="264"/>
                  </a:cxn>
                  <a:cxn ang="0">
                    <a:pos x="171" y="309"/>
                  </a:cxn>
                  <a:cxn ang="0">
                    <a:pos x="170" y="382"/>
                  </a:cxn>
                  <a:cxn ang="0">
                    <a:pos x="169" y="428"/>
                  </a:cxn>
                  <a:cxn ang="0">
                    <a:pos x="168" y="468"/>
                  </a:cxn>
                  <a:cxn ang="0">
                    <a:pos x="167" y="500"/>
                  </a:cxn>
                  <a:cxn ang="0">
                    <a:pos x="163" y="539"/>
                  </a:cxn>
                  <a:cxn ang="0">
                    <a:pos x="159" y="564"/>
                  </a:cxn>
                  <a:cxn ang="0">
                    <a:pos x="155" y="578"/>
                  </a:cxn>
                  <a:cxn ang="0">
                    <a:pos x="151" y="584"/>
                  </a:cxn>
                  <a:cxn ang="0">
                    <a:pos x="150" y="585"/>
                  </a:cxn>
                  <a:cxn ang="0">
                    <a:pos x="28" y="552"/>
                  </a:cxn>
                  <a:cxn ang="0">
                    <a:pos x="28" y="545"/>
                  </a:cxn>
                  <a:cxn ang="0">
                    <a:pos x="26" y="531"/>
                  </a:cxn>
                  <a:cxn ang="0">
                    <a:pos x="24" y="508"/>
                  </a:cxn>
                  <a:cxn ang="0">
                    <a:pos x="21" y="475"/>
                  </a:cxn>
                  <a:cxn ang="0">
                    <a:pos x="18" y="431"/>
                  </a:cxn>
                  <a:cxn ang="0">
                    <a:pos x="15" y="374"/>
                  </a:cxn>
                  <a:cxn ang="0">
                    <a:pos x="11" y="304"/>
                  </a:cxn>
                  <a:cxn ang="0">
                    <a:pos x="7" y="219"/>
                  </a:cxn>
                  <a:cxn ang="0">
                    <a:pos x="4" y="118"/>
                  </a:cxn>
                  <a:cxn ang="0">
                    <a:pos x="0" y="0"/>
                  </a:cxn>
                </a:cxnLst>
                <a:rect l="0" t="0" r="r" b="b"/>
                <a:pathLst>
                  <a:path w="448" h="590">
                    <a:moveTo>
                      <a:pt x="0" y="0"/>
                    </a:moveTo>
                    <a:lnTo>
                      <a:pt x="2" y="1"/>
                    </a:lnTo>
                    <a:lnTo>
                      <a:pt x="7" y="2"/>
                    </a:lnTo>
                    <a:lnTo>
                      <a:pt x="15" y="4"/>
                    </a:lnTo>
                    <a:lnTo>
                      <a:pt x="26" y="6"/>
                    </a:lnTo>
                    <a:lnTo>
                      <a:pt x="39" y="9"/>
                    </a:lnTo>
                    <a:lnTo>
                      <a:pt x="55" y="12"/>
                    </a:lnTo>
                    <a:lnTo>
                      <a:pt x="74" y="16"/>
                    </a:lnTo>
                    <a:lnTo>
                      <a:pt x="94" y="19"/>
                    </a:lnTo>
                    <a:lnTo>
                      <a:pt x="116" y="22"/>
                    </a:lnTo>
                    <a:lnTo>
                      <a:pt x="140" y="24"/>
                    </a:lnTo>
                    <a:lnTo>
                      <a:pt x="165" y="27"/>
                    </a:lnTo>
                    <a:lnTo>
                      <a:pt x="192" y="29"/>
                    </a:lnTo>
                    <a:lnTo>
                      <a:pt x="219" y="30"/>
                    </a:lnTo>
                    <a:lnTo>
                      <a:pt x="246" y="30"/>
                    </a:lnTo>
                    <a:lnTo>
                      <a:pt x="275" y="30"/>
                    </a:lnTo>
                    <a:lnTo>
                      <a:pt x="304" y="29"/>
                    </a:lnTo>
                    <a:lnTo>
                      <a:pt x="333" y="26"/>
                    </a:lnTo>
                    <a:lnTo>
                      <a:pt x="361" y="22"/>
                    </a:lnTo>
                    <a:lnTo>
                      <a:pt x="361" y="24"/>
                    </a:lnTo>
                    <a:lnTo>
                      <a:pt x="362" y="30"/>
                    </a:lnTo>
                    <a:lnTo>
                      <a:pt x="363" y="40"/>
                    </a:lnTo>
                    <a:lnTo>
                      <a:pt x="364" y="54"/>
                    </a:lnTo>
                    <a:lnTo>
                      <a:pt x="364" y="70"/>
                    </a:lnTo>
                    <a:lnTo>
                      <a:pt x="366" y="90"/>
                    </a:lnTo>
                    <a:lnTo>
                      <a:pt x="368" y="112"/>
                    </a:lnTo>
                    <a:lnTo>
                      <a:pt x="370" y="136"/>
                    </a:lnTo>
                    <a:lnTo>
                      <a:pt x="372" y="161"/>
                    </a:lnTo>
                    <a:lnTo>
                      <a:pt x="375" y="188"/>
                    </a:lnTo>
                    <a:lnTo>
                      <a:pt x="377" y="216"/>
                    </a:lnTo>
                    <a:lnTo>
                      <a:pt x="384" y="274"/>
                    </a:lnTo>
                    <a:lnTo>
                      <a:pt x="387" y="303"/>
                    </a:lnTo>
                    <a:lnTo>
                      <a:pt x="395" y="360"/>
                    </a:lnTo>
                    <a:lnTo>
                      <a:pt x="399" y="387"/>
                    </a:lnTo>
                    <a:lnTo>
                      <a:pt x="403" y="412"/>
                    </a:lnTo>
                    <a:lnTo>
                      <a:pt x="408" y="432"/>
                    </a:lnTo>
                    <a:lnTo>
                      <a:pt x="412" y="451"/>
                    </a:lnTo>
                    <a:lnTo>
                      <a:pt x="417" y="470"/>
                    </a:lnTo>
                    <a:lnTo>
                      <a:pt x="428" y="501"/>
                    </a:lnTo>
                    <a:lnTo>
                      <a:pt x="433" y="514"/>
                    </a:lnTo>
                    <a:lnTo>
                      <a:pt x="438" y="525"/>
                    </a:lnTo>
                    <a:lnTo>
                      <a:pt x="442" y="534"/>
                    </a:lnTo>
                    <a:lnTo>
                      <a:pt x="445" y="541"/>
                    </a:lnTo>
                    <a:lnTo>
                      <a:pt x="447" y="545"/>
                    </a:lnTo>
                    <a:lnTo>
                      <a:pt x="448" y="547"/>
                    </a:lnTo>
                    <a:lnTo>
                      <a:pt x="305" y="590"/>
                    </a:lnTo>
                    <a:lnTo>
                      <a:pt x="302" y="587"/>
                    </a:lnTo>
                    <a:lnTo>
                      <a:pt x="299" y="583"/>
                    </a:lnTo>
                    <a:lnTo>
                      <a:pt x="294" y="577"/>
                    </a:lnTo>
                    <a:lnTo>
                      <a:pt x="289" y="568"/>
                    </a:lnTo>
                    <a:lnTo>
                      <a:pt x="283" y="555"/>
                    </a:lnTo>
                    <a:lnTo>
                      <a:pt x="277" y="540"/>
                    </a:lnTo>
                    <a:lnTo>
                      <a:pt x="269" y="521"/>
                    </a:lnTo>
                    <a:lnTo>
                      <a:pt x="262" y="499"/>
                    </a:lnTo>
                    <a:lnTo>
                      <a:pt x="254" y="472"/>
                    </a:lnTo>
                    <a:lnTo>
                      <a:pt x="250" y="452"/>
                    </a:lnTo>
                    <a:lnTo>
                      <a:pt x="245" y="433"/>
                    </a:lnTo>
                    <a:lnTo>
                      <a:pt x="241" y="417"/>
                    </a:lnTo>
                    <a:lnTo>
                      <a:pt x="238" y="402"/>
                    </a:lnTo>
                    <a:lnTo>
                      <a:pt x="233" y="375"/>
                    </a:lnTo>
                    <a:lnTo>
                      <a:pt x="230" y="362"/>
                    </a:lnTo>
                    <a:lnTo>
                      <a:pt x="229" y="349"/>
                    </a:lnTo>
                    <a:lnTo>
                      <a:pt x="227" y="335"/>
                    </a:lnTo>
                    <a:lnTo>
                      <a:pt x="225" y="320"/>
                    </a:lnTo>
                    <a:lnTo>
                      <a:pt x="222" y="304"/>
                    </a:lnTo>
                    <a:lnTo>
                      <a:pt x="220" y="286"/>
                    </a:lnTo>
                    <a:lnTo>
                      <a:pt x="218" y="265"/>
                    </a:lnTo>
                    <a:lnTo>
                      <a:pt x="214" y="242"/>
                    </a:lnTo>
                    <a:lnTo>
                      <a:pt x="211" y="216"/>
                    </a:lnTo>
                    <a:lnTo>
                      <a:pt x="206" y="187"/>
                    </a:lnTo>
                    <a:lnTo>
                      <a:pt x="173" y="177"/>
                    </a:lnTo>
                    <a:lnTo>
                      <a:pt x="173" y="195"/>
                    </a:lnTo>
                    <a:lnTo>
                      <a:pt x="173" y="209"/>
                    </a:lnTo>
                    <a:lnTo>
                      <a:pt x="173" y="225"/>
                    </a:lnTo>
                    <a:lnTo>
                      <a:pt x="172" y="243"/>
                    </a:lnTo>
                    <a:lnTo>
                      <a:pt x="172" y="264"/>
                    </a:lnTo>
                    <a:lnTo>
                      <a:pt x="171" y="286"/>
                    </a:lnTo>
                    <a:lnTo>
                      <a:pt x="171" y="309"/>
                    </a:lnTo>
                    <a:lnTo>
                      <a:pt x="170" y="357"/>
                    </a:lnTo>
                    <a:lnTo>
                      <a:pt x="170" y="382"/>
                    </a:lnTo>
                    <a:lnTo>
                      <a:pt x="170" y="405"/>
                    </a:lnTo>
                    <a:lnTo>
                      <a:pt x="169" y="428"/>
                    </a:lnTo>
                    <a:lnTo>
                      <a:pt x="168" y="449"/>
                    </a:lnTo>
                    <a:lnTo>
                      <a:pt x="168" y="468"/>
                    </a:lnTo>
                    <a:lnTo>
                      <a:pt x="167" y="486"/>
                    </a:lnTo>
                    <a:lnTo>
                      <a:pt x="167" y="500"/>
                    </a:lnTo>
                    <a:lnTo>
                      <a:pt x="165" y="522"/>
                    </a:lnTo>
                    <a:lnTo>
                      <a:pt x="163" y="539"/>
                    </a:lnTo>
                    <a:lnTo>
                      <a:pt x="162" y="553"/>
                    </a:lnTo>
                    <a:lnTo>
                      <a:pt x="159" y="564"/>
                    </a:lnTo>
                    <a:lnTo>
                      <a:pt x="157" y="572"/>
                    </a:lnTo>
                    <a:lnTo>
                      <a:pt x="155" y="578"/>
                    </a:lnTo>
                    <a:lnTo>
                      <a:pt x="153" y="582"/>
                    </a:lnTo>
                    <a:lnTo>
                      <a:pt x="151" y="584"/>
                    </a:lnTo>
                    <a:lnTo>
                      <a:pt x="151" y="585"/>
                    </a:lnTo>
                    <a:lnTo>
                      <a:pt x="150" y="585"/>
                    </a:lnTo>
                    <a:lnTo>
                      <a:pt x="28" y="552"/>
                    </a:lnTo>
                    <a:lnTo>
                      <a:pt x="28" y="552"/>
                    </a:lnTo>
                    <a:lnTo>
                      <a:pt x="28" y="549"/>
                    </a:lnTo>
                    <a:lnTo>
                      <a:pt x="28" y="545"/>
                    </a:lnTo>
                    <a:lnTo>
                      <a:pt x="26" y="539"/>
                    </a:lnTo>
                    <a:lnTo>
                      <a:pt x="26" y="531"/>
                    </a:lnTo>
                    <a:lnTo>
                      <a:pt x="25" y="521"/>
                    </a:lnTo>
                    <a:lnTo>
                      <a:pt x="24" y="508"/>
                    </a:lnTo>
                    <a:lnTo>
                      <a:pt x="23" y="493"/>
                    </a:lnTo>
                    <a:lnTo>
                      <a:pt x="21" y="475"/>
                    </a:lnTo>
                    <a:lnTo>
                      <a:pt x="20" y="454"/>
                    </a:lnTo>
                    <a:lnTo>
                      <a:pt x="18" y="431"/>
                    </a:lnTo>
                    <a:lnTo>
                      <a:pt x="16" y="405"/>
                    </a:lnTo>
                    <a:lnTo>
                      <a:pt x="15" y="374"/>
                    </a:lnTo>
                    <a:lnTo>
                      <a:pt x="13" y="341"/>
                    </a:lnTo>
                    <a:lnTo>
                      <a:pt x="11" y="304"/>
                    </a:lnTo>
                    <a:lnTo>
                      <a:pt x="9" y="264"/>
                    </a:lnTo>
                    <a:lnTo>
                      <a:pt x="7" y="219"/>
                    </a:lnTo>
                    <a:lnTo>
                      <a:pt x="5" y="171"/>
                    </a:lnTo>
                    <a:lnTo>
                      <a:pt x="4" y="118"/>
                    </a:lnTo>
                    <a:lnTo>
                      <a:pt x="2" y="62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3" name="Freeform 19"/>
              <p:cNvSpPr>
                <a:spLocks/>
              </p:cNvSpPr>
              <p:nvPr/>
            </p:nvSpPr>
            <p:spPr bwMode="auto">
              <a:xfrm>
                <a:off x="8778875" y="4095750"/>
                <a:ext cx="285750" cy="1190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7" y="0"/>
                  </a:cxn>
                  <a:cxn ang="0">
                    <a:pos x="16" y="1"/>
                  </a:cxn>
                  <a:cxn ang="0">
                    <a:pos x="28" y="3"/>
                  </a:cxn>
                  <a:cxn ang="0">
                    <a:pos x="42" y="4"/>
                  </a:cxn>
                  <a:cxn ang="0">
                    <a:pos x="60" y="6"/>
                  </a:cxn>
                  <a:cxn ang="0">
                    <a:pos x="79" y="7"/>
                  </a:cxn>
                  <a:cxn ang="0">
                    <a:pos x="101" y="8"/>
                  </a:cxn>
                  <a:cxn ang="0">
                    <a:pos x="126" y="9"/>
                  </a:cxn>
                  <a:cxn ang="0">
                    <a:pos x="152" y="11"/>
                  </a:cxn>
                  <a:cxn ang="0">
                    <a:pos x="180" y="11"/>
                  </a:cxn>
                  <a:cxn ang="0">
                    <a:pos x="180" y="37"/>
                  </a:cxn>
                  <a:cxn ang="0">
                    <a:pos x="178" y="61"/>
                  </a:cxn>
                  <a:cxn ang="0">
                    <a:pos x="176" y="62"/>
                  </a:cxn>
                  <a:cxn ang="0">
                    <a:pos x="171" y="63"/>
                  </a:cxn>
                  <a:cxn ang="0">
                    <a:pos x="162" y="64"/>
                  </a:cxn>
                  <a:cxn ang="0">
                    <a:pos x="150" y="67"/>
                  </a:cxn>
                  <a:cxn ang="0">
                    <a:pos x="134" y="69"/>
                  </a:cxn>
                  <a:cxn ang="0">
                    <a:pos x="114" y="71"/>
                  </a:cxn>
                  <a:cxn ang="0">
                    <a:pos x="91" y="73"/>
                  </a:cxn>
                  <a:cxn ang="0">
                    <a:pos x="65" y="74"/>
                  </a:cxn>
                  <a:cxn ang="0">
                    <a:pos x="36" y="75"/>
                  </a:cxn>
                  <a:cxn ang="0">
                    <a:pos x="3" y="74"/>
                  </a:cxn>
                  <a:cxn ang="0">
                    <a:pos x="2" y="57"/>
                  </a:cxn>
                  <a:cxn ang="0">
                    <a:pos x="2" y="44"/>
                  </a:cxn>
                  <a:cxn ang="0">
                    <a:pos x="2" y="32"/>
                  </a:cxn>
                  <a:cxn ang="0">
                    <a:pos x="1" y="22"/>
                  </a:cxn>
                  <a:cxn ang="0">
                    <a:pos x="1" y="11"/>
                  </a:cxn>
                  <a:cxn ang="0">
                    <a:pos x="0" y="0"/>
                  </a:cxn>
                </a:cxnLst>
                <a:rect l="0" t="0" r="r" b="b"/>
                <a:pathLst>
                  <a:path w="180" h="75">
                    <a:moveTo>
                      <a:pt x="0" y="0"/>
                    </a:moveTo>
                    <a:lnTo>
                      <a:pt x="2" y="0"/>
                    </a:lnTo>
                    <a:lnTo>
                      <a:pt x="7" y="0"/>
                    </a:lnTo>
                    <a:lnTo>
                      <a:pt x="16" y="1"/>
                    </a:lnTo>
                    <a:lnTo>
                      <a:pt x="28" y="3"/>
                    </a:lnTo>
                    <a:lnTo>
                      <a:pt x="42" y="4"/>
                    </a:lnTo>
                    <a:lnTo>
                      <a:pt x="60" y="6"/>
                    </a:lnTo>
                    <a:lnTo>
                      <a:pt x="79" y="7"/>
                    </a:lnTo>
                    <a:lnTo>
                      <a:pt x="101" y="8"/>
                    </a:lnTo>
                    <a:lnTo>
                      <a:pt x="126" y="9"/>
                    </a:lnTo>
                    <a:lnTo>
                      <a:pt x="152" y="11"/>
                    </a:lnTo>
                    <a:lnTo>
                      <a:pt x="180" y="11"/>
                    </a:lnTo>
                    <a:lnTo>
                      <a:pt x="180" y="37"/>
                    </a:lnTo>
                    <a:lnTo>
                      <a:pt x="178" y="61"/>
                    </a:lnTo>
                    <a:lnTo>
                      <a:pt x="176" y="62"/>
                    </a:lnTo>
                    <a:lnTo>
                      <a:pt x="171" y="63"/>
                    </a:lnTo>
                    <a:lnTo>
                      <a:pt x="162" y="64"/>
                    </a:lnTo>
                    <a:lnTo>
                      <a:pt x="150" y="67"/>
                    </a:lnTo>
                    <a:lnTo>
                      <a:pt x="134" y="69"/>
                    </a:lnTo>
                    <a:lnTo>
                      <a:pt x="114" y="71"/>
                    </a:lnTo>
                    <a:lnTo>
                      <a:pt x="91" y="73"/>
                    </a:lnTo>
                    <a:lnTo>
                      <a:pt x="65" y="74"/>
                    </a:lnTo>
                    <a:lnTo>
                      <a:pt x="36" y="75"/>
                    </a:lnTo>
                    <a:lnTo>
                      <a:pt x="3" y="74"/>
                    </a:lnTo>
                    <a:lnTo>
                      <a:pt x="2" y="57"/>
                    </a:lnTo>
                    <a:lnTo>
                      <a:pt x="2" y="44"/>
                    </a:lnTo>
                    <a:lnTo>
                      <a:pt x="2" y="32"/>
                    </a:lnTo>
                    <a:lnTo>
                      <a:pt x="1" y="22"/>
                    </a:lnTo>
                    <a:lnTo>
                      <a:pt x="1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4" name="Freeform 20"/>
              <p:cNvSpPr>
                <a:spLocks/>
              </p:cNvSpPr>
              <p:nvPr/>
            </p:nvSpPr>
            <p:spPr bwMode="auto">
              <a:xfrm>
                <a:off x="8723313" y="3228975"/>
                <a:ext cx="330200" cy="963613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8" y="5"/>
                  </a:cxn>
                  <a:cxn ang="0">
                    <a:pos x="56" y="12"/>
                  </a:cxn>
                  <a:cxn ang="0">
                    <a:pos x="90" y="23"/>
                  </a:cxn>
                  <a:cxn ang="0">
                    <a:pos x="114" y="27"/>
                  </a:cxn>
                  <a:cxn ang="0">
                    <a:pos x="125" y="30"/>
                  </a:cxn>
                  <a:cxn ang="0">
                    <a:pos x="129" y="43"/>
                  </a:cxn>
                  <a:cxn ang="0">
                    <a:pos x="136" y="69"/>
                  </a:cxn>
                  <a:cxn ang="0">
                    <a:pos x="147" y="106"/>
                  </a:cxn>
                  <a:cxn ang="0">
                    <a:pos x="158" y="152"/>
                  </a:cxn>
                  <a:cxn ang="0">
                    <a:pos x="171" y="207"/>
                  </a:cxn>
                  <a:cxn ang="0">
                    <a:pos x="182" y="269"/>
                  </a:cxn>
                  <a:cxn ang="0">
                    <a:pos x="193" y="336"/>
                  </a:cxn>
                  <a:cxn ang="0">
                    <a:pos x="205" y="444"/>
                  </a:cxn>
                  <a:cxn ang="0">
                    <a:pos x="208" y="519"/>
                  </a:cxn>
                  <a:cxn ang="0">
                    <a:pos x="206" y="595"/>
                  </a:cxn>
                  <a:cxn ang="0">
                    <a:pos x="199" y="596"/>
                  </a:cxn>
                  <a:cxn ang="0">
                    <a:pos x="179" y="599"/>
                  </a:cxn>
                  <a:cxn ang="0">
                    <a:pos x="149" y="603"/>
                  </a:cxn>
                  <a:cxn ang="0">
                    <a:pos x="114" y="606"/>
                  </a:cxn>
                  <a:cxn ang="0">
                    <a:pos x="58" y="607"/>
                  </a:cxn>
                  <a:cxn ang="0">
                    <a:pos x="23" y="603"/>
                  </a:cxn>
                  <a:cxn ang="0">
                    <a:pos x="8" y="598"/>
                  </a:cxn>
                  <a:cxn ang="0">
                    <a:pos x="7" y="582"/>
                  </a:cxn>
                  <a:cxn ang="0">
                    <a:pos x="6" y="553"/>
                  </a:cxn>
                  <a:cxn ang="0">
                    <a:pos x="4" y="514"/>
                  </a:cxn>
                  <a:cxn ang="0">
                    <a:pos x="2" y="467"/>
                  </a:cxn>
                  <a:cxn ang="0">
                    <a:pos x="0" y="416"/>
                  </a:cxn>
                  <a:cxn ang="0">
                    <a:pos x="0" y="362"/>
                  </a:cxn>
                  <a:cxn ang="0">
                    <a:pos x="0" y="261"/>
                  </a:cxn>
                  <a:cxn ang="0">
                    <a:pos x="4" y="210"/>
                  </a:cxn>
                  <a:cxn ang="0">
                    <a:pos x="8" y="155"/>
                  </a:cxn>
                  <a:cxn ang="0">
                    <a:pos x="13" y="105"/>
                  </a:cxn>
                  <a:cxn ang="0">
                    <a:pos x="18" y="63"/>
                  </a:cxn>
                  <a:cxn ang="0">
                    <a:pos x="23" y="29"/>
                  </a:cxn>
                  <a:cxn ang="0">
                    <a:pos x="25" y="7"/>
                  </a:cxn>
                  <a:cxn ang="0">
                    <a:pos x="26" y="0"/>
                  </a:cxn>
                </a:cxnLst>
                <a:rect l="0" t="0" r="r" b="b"/>
                <a:pathLst>
                  <a:path w="208" h="607">
                    <a:moveTo>
                      <a:pt x="26" y="0"/>
                    </a:moveTo>
                    <a:lnTo>
                      <a:pt x="27" y="0"/>
                    </a:lnTo>
                    <a:lnTo>
                      <a:pt x="32" y="2"/>
                    </a:lnTo>
                    <a:lnTo>
                      <a:pt x="38" y="5"/>
                    </a:lnTo>
                    <a:lnTo>
                      <a:pt x="47" y="8"/>
                    </a:lnTo>
                    <a:lnTo>
                      <a:pt x="56" y="12"/>
                    </a:lnTo>
                    <a:lnTo>
                      <a:pt x="67" y="16"/>
                    </a:lnTo>
                    <a:lnTo>
                      <a:pt x="90" y="23"/>
                    </a:lnTo>
                    <a:lnTo>
                      <a:pt x="102" y="26"/>
                    </a:lnTo>
                    <a:lnTo>
                      <a:pt x="114" y="27"/>
                    </a:lnTo>
                    <a:lnTo>
                      <a:pt x="124" y="28"/>
                    </a:lnTo>
                    <a:lnTo>
                      <a:pt x="125" y="30"/>
                    </a:lnTo>
                    <a:lnTo>
                      <a:pt x="126" y="35"/>
                    </a:lnTo>
                    <a:lnTo>
                      <a:pt x="129" y="43"/>
                    </a:lnTo>
                    <a:lnTo>
                      <a:pt x="133" y="55"/>
                    </a:lnTo>
                    <a:lnTo>
                      <a:pt x="136" y="69"/>
                    </a:lnTo>
                    <a:lnTo>
                      <a:pt x="141" y="87"/>
                    </a:lnTo>
                    <a:lnTo>
                      <a:pt x="147" y="106"/>
                    </a:lnTo>
                    <a:lnTo>
                      <a:pt x="152" y="128"/>
                    </a:lnTo>
                    <a:lnTo>
                      <a:pt x="158" y="152"/>
                    </a:lnTo>
                    <a:lnTo>
                      <a:pt x="165" y="179"/>
                    </a:lnTo>
                    <a:lnTo>
                      <a:pt x="171" y="207"/>
                    </a:lnTo>
                    <a:lnTo>
                      <a:pt x="176" y="237"/>
                    </a:lnTo>
                    <a:lnTo>
                      <a:pt x="182" y="269"/>
                    </a:lnTo>
                    <a:lnTo>
                      <a:pt x="188" y="302"/>
                    </a:lnTo>
                    <a:lnTo>
                      <a:pt x="193" y="336"/>
                    </a:lnTo>
                    <a:lnTo>
                      <a:pt x="202" y="407"/>
                    </a:lnTo>
                    <a:lnTo>
                      <a:pt x="205" y="444"/>
                    </a:lnTo>
                    <a:lnTo>
                      <a:pt x="206" y="482"/>
                    </a:lnTo>
                    <a:lnTo>
                      <a:pt x="208" y="519"/>
                    </a:lnTo>
                    <a:lnTo>
                      <a:pt x="208" y="557"/>
                    </a:lnTo>
                    <a:lnTo>
                      <a:pt x="206" y="595"/>
                    </a:lnTo>
                    <a:lnTo>
                      <a:pt x="205" y="595"/>
                    </a:lnTo>
                    <a:lnTo>
                      <a:pt x="199" y="596"/>
                    </a:lnTo>
                    <a:lnTo>
                      <a:pt x="190" y="597"/>
                    </a:lnTo>
                    <a:lnTo>
                      <a:pt x="179" y="599"/>
                    </a:lnTo>
                    <a:lnTo>
                      <a:pt x="165" y="601"/>
                    </a:lnTo>
                    <a:lnTo>
                      <a:pt x="149" y="603"/>
                    </a:lnTo>
                    <a:lnTo>
                      <a:pt x="132" y="605"/>
                    </a:lnTo>
                    <a:lnTo>
                      <a:pt x="114" y="606"/>
                    </a:lnTo>
                    <a:lnTo>
                      <a:pt x="95" y="607"/>
                    </a:lnTo>
                    <a:lnTo>
                      <a:pt x="58" y="607"/>
                    </a:lnTo>
                    <a:lnTo>
                      <a:pt x="40" y="606"/>
                    </a:lnTo>
                    <a:lnTo>
                      <a:pt x="23" y="603"/>
                    </a:lnTo>
                    <a:lnTo>
                      <a:pt x="8" y="600"/>
                    </a:lnTo>
                    <a:lnTo>
                      <a:pt x="8" y="598"/>
                    </a:lnTo>
                    <a:lnTo>
                      <a:pt x="8" y="592"/>
                    </a:lnTo>
                    <a:lnTo>
                      <a:pt x="7" y="582"/>
                    </a:lnTo>
                    <a:lnTo>
                      <a:pt x="7" y="569"/>
                    </a:lnTo>
                    <a:lnTo>
                      <a:pt x="6" y="553"/>
                    </a:lnTo>
                    <a:lnTo>
                      <a:pt x="5" y="535"/>
                    </a:lnTo>
                    <a:lnTo>
                      <a:pt x="4" y="514"/>
                    </a:lnTo>
                    <a:lnTo>
                      <a:pt x="3" y="491"/>
                    </a:lnTo>
                    <a:lnTo>
                      <a:pt x="2" y="467"/>
                    </a:lnTo>
                    <a:lnTo>
                      <a:pt x="2" y="442"/>
                    </a:lnTo>
                    <a:lnTo>
                      <a:pt x="0" y="416"/>
                    </a:lnTo>
                    <a:lnTo>
                      <a:pt x="0" y="389"/>
                    </a:lnTo>
                    <a:lnTo>
                      <a:pt x="0" y="362"/>
                    </a:lnTo>
                    <a:lnTo>
                      <a:pt x="0" y="285"/>
                    </a:lnTo>
                    <a:lnTo>
                      <a:pt x="0" y="261"/>
                    </a:lnTo>
                    <a:lnTo>
                      <a:pt x="2" y="239"/>
                    </a:lnTo>
                    <a:lnTo>
                      <a:pt x="4" y="210"/>
                    </a:lnTo>
                    <a:lnTo>
                      <a:pt x="6" y="182"/>
                    </a:lnTo>
                    <a:lnTo>
                      <a:pt x="8" y="155"/>
                    </a:lnTo>
                    <a:lnTo>
                      <a:pt x="11" y="129"/>
                    </a:lnTo>
                    <a:lnTo>
                      <a:pt x="13" y="105"/>
                    </a:lnTo>
                    <a:lnTo>
                      <a:pt x="16" y="83"/>
                    </a:lnTo>
                    <a:lnTo>
                      <a:pt x="18" y="63"/>
                    </a:lnTo>
                    <a:lnTo>
                      <a:pt x="20" y="44"/>
                    </a:lnTo>
                    <a:lnTo>
                      <a:pt x="23" y="29"/>
                    </a:lnTo>
                    <a:lnTo>
                      <a:pt x="24" y="16"/>
                    </a:lnTo>
                    <a:lnTo>
                      <a:pt x="25" y="7"/>
                    </a:lnTo>
                    <a:lnTo>
                      <a:pt x="26" y="2"/>
                    </a:lnTo>
                    <a:lnTo>
                      <a:pt x="2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5" name="Freeform 21"/>
              <p:cNvSpPr>
                <a:spLocks/>
              </p:cNvSpPr>
              <p:nvPr/>
            </p:nvSpPr>
            <p:spPr bwMode="auto">
              <a:xfrm>
                <a:off x="8861425" y="3640138"/>
                <a:ext cx="131762" cy="49213"/>
              </a:xfrm>
              <a:custGeom>
                <a:avLst/>
                <a:gdLst/>
                <a:ahLst/>
                <a:cxnLst>
                  <a:cxn ang="0">
                    <a:pos x="80" y="0"/>
                  </a:cxn>
                  <a:cxn ang="0">
                    <a:pos x="83" y="18"/>
                  </a:cxn>
                  <a:cxn ang="0">
                    <a:pos x="3" y="31"/>
                  </a:cxn>
                  <a:cxn ang="0">
                    <a:pos x="0" y="10"/>
                  </a:cxn>
                  <a:cxn ang="0">
                    <a:pos x="80" y="0"/>
                  </a:cxn>
                </a:cxnLst>
                <a:rect l="0" t="0" r="r" b="b"/>
                <a:pathLst>
                  <a:path w="83" h="31">
                    <a:moveTo>
                      <a:pt x="80" y="0"/>
                    </a:moveTo>
                    <a:lnTo>
                      <a:pt x="83" y="18"/>
                    </a:lnTo>
                    <a:lnTo>
                      <a:pt x="3" y="31"/>
                    </a:lnTo>
                    <a:lnTo>
                      <a:pt x="0" y="1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6" name="Freeform 22"/>
              <p:cNvSpPr>
                <a:spLocks/>
              </p:cNvSpPr>
              <p:nvPr/>
            </p:nvSpPr>
            <p:spPr bwMode="auto">
              <a:xfrm>
                <a:off x="8475663" y="3967163"/>
                <a:ext cx="196850" cy="188913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57" y="1"/>
                  </a:cxn>
                  <a:cxn ang="0">
                    <a:pos x="69" y="2"/>
                  </a:cxn>
                  <a:cxn ang="0">
                    <a:pos x="80" y="6"/>
                  </a:cxn>
                  <a:cxn ang="0">
                    <a:pos x="94" y="14"/>
                  </a:cxn>
                  <a:cxn ang="0">
                    <a:pos x="104" y="21"/>
                  </a:cxn>
                  <a:cxn ang="0">
                    <a:pos x="112" y="28"/>
                  </a:cxn>
                  <a:cxn ang="0">
                    <a:pos x="117" y="36"/>
                  </a:cxn>
                  <a:cxn ang="0">
                    <a:pos x="121" y="42"/>
                  </a:cxn>
                  <a:cxn ang="0">
                    <a:pos x="123" y="47"/>
                  </a:cxn>
                  <a:cxn ang="0">
                    <a:pos x="124" y="50"/>
                  </a:cxn>
                  <a:cxn ang="0">
                    <a:pos x="124" y="51"/>
                  </a:cxn>
                  <a:cxn ang="0">
                    <a:pos x="123" y="52"/>
                  </a:cxn>
                  <a:cxn ang="0">
                    <a:pos x="123" y="57"/>
                  </a:cxn>
                  <a:cxn ang="0">
                    <a:pos x="118" y="70"/>
                  </a:cxn>
                  <a:cxn ang="0">
                    <a:pos x="115" y="78"/>
                  </a:cxn>
                  <a:cxn ang="0">
                    <a:pos x="110" y="86"/>
                  </a:cxn>
                  <a:cxn ang="0">
                    <a:pos x="105" y="95"/>
                  </a:cxn>
                  <a:cxn ang="0">
                    <a:pos x="99" y="103"/>
                  </a:cxn>
                  <a:cxn ang="0">
                    <a:pos x="92" y="110"/>
                  </a:cxn>
                  <a:cxn ang="0">
                    <a:pos x="84" y="115"/>
                  </a:cxn>
                  <a:cxn ang="0">
                    <a:pos x="74" y="118"/>
                  </a:cxn>
                  <a:cxn ang="0">
                    <a:pos x="64" y="119"/>
                  </a:cxn>
                  <a:cxn ang="0">
                    <a:pos x="53" y="116"/>
                  </a:cxn>
                  <a:cxn ang="0">
                    <a:pos x="40" y="111"/>
                  </a:cxn>
                  <a:cxn ang="0">
                    <a:pos x="29" y="103"/>
                  </a:cxn>
                  <a:cxn ang="0">
                    <a:pos x="20" y="95"/>
                  </a:cxn>
                  <a:cxn ang="0">
                    <a:pos x="13" y="85"/>
                  </a:cxn>
                  <a:cxn ang="0">
                    <a:pos x="8" y="75"/>
                  </a:cxn>
                  <a:cxn ang="0">
                    <a:pos x="5" y="65"/>
                  </a:cxn>
                  <a:cxn ang="0">
                    <a:pos x="2" y="54"/>
                  </a:cxn>
                  <a:cxn ang="0">
                    <a:pos x="1" y="44"/>
                  </a:cxn>
                  <a:cxn ang="0">
                    <a:pos x="0" y="35"/>
                  </a:cxn>
                  <a:cxn ang="0">
                    <a:pos x="0" y="20"/>
                  </a:cxn>
                  <a:cxn ang="0">
                    <a:pos x="1" y="14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3" y="9"/>
                  </a:cxn>
                  <a:cxn ang="0">
                    <a:pos x="8" y="7"/>
                  </a:cxn>
                  <a:cxn ang="0">
                    <a:pos x="14" y="5"/>
                  </a:cxn>
                  <a:cxn ang="0">
                    <a:pos x="23" y="3"/>
                  </a:cxn>
                  <a:cxn ang="0">
                    <a:pos x="33" y="1"/>
                  </a:cxn>
                  <a:cxn ang="0">
                    <a:pos x="45" y="0"/>
                  </a:cxn>
                </a:cxnLst>
                <a:rect l="0" t="0" r="r" b="b"/>
                <a:pathLst>
                  <a:path w="124" h="119">
                    <a:moveTo>
                      <a:pt x="45" y="0"/>
                    </a:moveTo>
                    <a:lnTo>
                      <a:pt x="57" y="1"/>
                    </a:lnTo>
                    <a:lnTo>
                      <a:pt x="69" y="2"/>
                    </a:lnTo>
                    <a:lnTo>
                      <a:pt x="80" y="6"/>
                    </a:lnTo>
                    <a:lnTo>
                      <a:pt x="94" y="14"/>
                    </a:lnTo>
                    <a:lnTo>
                      <a:pt x="104" y="21"/>
                    </a:lnTo>
                    <a:lnTo>
                      <a:pt x="112" y="28"/>
                    </a:lnTo>
                    <a:lnTo>
                      <a:pt x="117" y="36"/>
                    </a:lnTo>
                    <a:lnTo>
                      <a:pt x="121" y="42"/>
                    </a:lnTo>
                    <a:lnTo>
                      <a:pt x="123" y="47"/>
                    </a:lnTo>
                    <a:lnTo>
                      <a:pt x="124" y="50"/>
                    </a:lnTo>
                    <a:lnTo>
                      <a:pt x="124" y="51"/>
                    </a:lnTo>
                    <a:lnTo>
                      <a:pt x="123" y="52"/>
                    </a:lnTo>
                    <a:lnTo>
                      <a:pt x="123" y="57"/>
                    </a:lnTo>
                    <a:lnTo>
                      <a:pt x="118" y="70"/>
                    </a:lnTo>
                    <a:lnTo>
                      <a:pt x="115" y="78"/>
                    </a:lnTo>
                    <a:lnTo>
                      <a:pt x="110" y="86"/>
                    </a:lnTo>
                    <a:lnTo>
                      <a:pt x="105" y="95"/>
                    </a:lnTo>
                    <a:lnTo>
                      <a:pt x="99" y="103"/>
                    </a:lnTo>
                    <a:lnTo>
                      <a:pt x="92" y="110"/>
                    </a:lnTo>
                    <a:lnTo>
                      <a:pt x="84" y="115"/>
                    </a:lnTo>
                    <a:lnTo>
                      <a:pt x="74" y="118"/>
                    </a:lnTo>
                    <a:lnTo>
                      <a:pt x="64" y="119"/>
                    </a:lnTo>
                    <a:lnTo>
                      <a:pt x="53" y="116"/>
                    </a:lnTo>
                    <a:lnTo>
                      <a:pt x="40" y="111"/>
                    </a:lnTo>
                    <a:lnTo>
                      <a:pt x="29" y="103"/>
                    </a:lnTo>
                    <a:lnTo>
                      <a:pt x="20" y="95"/>
                    </a:lnTo>
                    <a:lnTo>
                      <a:pt x="13" y="85"/>
                    </a:lnTo>
                    <a:lnTo>
                      <a:pt x="8" y="75"/>
                    </a:lnTo>
                    <a:lnTo>
                      <a:pt x="5" y="65"/>
                    </a:lnTo>
                    <a:lnTo>
                      <a:pt x="2" y="54"/>
                    </a:lnTo>
                    <a:lnTo>
                      <a:pt x="1" y="44"/>
                    </a:lnTo>
                    <a:lnTo>
                      <a:pt x="0" y="35"/>
                    </a:lnTo>
                    <a:lnTo>
                      <a:pt x="0" y="20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3" y="9"/>
                    </a:lnTo>
                    <a:lnTo>
                      <a:pt x="8" y="7"/>
                    </a:lnTo>
                    <a:lnTo>
                      <a:pt x="14" y="5"/>
                    </a:lnTo>
                    <a:lnTo>
                      <a:pt x="23" y="3"/>
                    </a:lnTo>
                    <a:lnTo>
                      <a:pt x="33" y="1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7" name="Freeform 23"/>
              <p:cNvSpPr>
                <a:spLocks noEditPoints="1"/>
              </p:cNvSpPr>
              <p:nvPr/>
            </p:nvSpPr>
            <p:spPr bwMode="auto">
              <a:xfrm>
                <a:off x="8475663" y="3976688"/>
                <a:ext cx="204787" cy="176213"/>
              </a:xfrm>
              <a:custGeom>
                <a:avLst/>
                <a:gdLst/>
                <a:ahLst/>
                <a:cxnLst>
                  <a:cxn ang="0">
                    <a:pos x="53" y="110"/>
                  </a:cxn>
                  <a:cxn ang="0">
                    <a:pos x="54" y="111"/>
                  </a:cxn>
                  <a:cxn ang="0">
                    <a:pos x="53" y="111"/>
                  </a:cxn>
                  <a:cxn ang="0">
                    <a:pos x="53" y="110"/>
                  </a:cxn>
                  <a:cxn ang="0">
                    <a:pos x="34" y="0"/>
                  </a:cxn>
                  <a:cxn ang="0">
                    <a:pos x="46" y="0"/>
                  </a:cxn>
                  <a:cxn ang="0">
                    <a:pos x="58" y="3"/>
                  </a:cxn>
                  <a:cxn ang="0">
                    <a:pos x="71" y="6"/>
                  </a:cxn>
                  <a:cxn ang="0">
                    <a:pos x="82" y="10"/>
                  </a:cxn>
                  <a:cxn ang="0">
                    <a:pos x="94" y="13"/>
                  </a:cxn>
                  <a:cxn ang="0">
                    <a:pos x="105" y="16"/>
                  </a:cxn>
                  <a:cxn ang="0">
                    <a:pos x="115" y="17"/>
                  </a:cxn>
                  <a:cxn ang="0">
                    <a:pos x="123" y="19"/>
                  </a:cxn>
                  <a:cxn ang="0">
                    <a:pos x="128" y="20"/>
                  </a:cxn>
                  <a:cxn ang="0">
                    <a:pos x="129" y="20"/>
                  </a:cxn>
                  <a:cxn ang="0">
                    <a:pos x="129" y="22"/>
                  </a:cxn>
                  <a:cxn ang="0">
                    <a:pos x="128" y="25"/>
                  </a:cxn>
                  <a:cxn ang="0">
                    <a:pos x="127" y="31"/>
                  </a:cxn>
                  <a:cxn ang="0">
                    <a:pos x="126" y="37"/>
                  </a:cxn>
                  <a:cxn ang="0">
                    <a:pos x="124" y="42"/>
                  </a:cxn>
                  <a:cxn ang="0">
                    <a:pos x="124" y="45"/>
                  </a:cxn>
                  <a:cxn ang="0">
                    <a:pos x="108" y="47"/>
                  </a:cxn>
                  <a:cxn ang="0">
                    <a:pos x="90" y="48"/>
                  </a:cxn>
                  <a:cxn ang="0">
                    <a:pos x="71" y="48"/>
                  </a:cxn>
                  <a:cxn ang="0">
                    <a:pos x="51" y="47"/>
                  </a:cxn>
                  <a:cxn ang="0">
                    <a:pos x="32" y="45"/>
                  </a:cxn>
                  <a:cxn ang="0">
                    <a:pos x="14" y="43"/>
                  </a:cxn>
                  <a:cxn ang="0">
                    <a:pos x="14" y="47"/>
                  </a:cxn>
                  <a:cxn ang="0">
                    <a:pos x="15" y="52"/>
                  </a:cxn>
                  <a:cxn ang="0">
                    <a:pos x="16" y="59"/>
                  </a:cxn>
                  <a:cxn ang="0">
                    <a:pos x="19" y="67"/>
                  </a:cxn>
                  <a:cxn ang="0">
                    <a:pos x="24" y="77"/>
                  </a:cxn>
                  <a:cxn ang="0">
                    <a:pos x="31" y="88"/>
                  </a:cxn>
                  <a:cxn ang="0">
                    <a:pos x="41" y="99"/>
                  </a:cxn>
                  <a:cxn ang="0">
                    <a:pos x="53" y="110"/>
                  </a:cxn>
                  <a:cxn ang="0">
                    <a:pos x="53" y="110"/>
                  </a:cxn>
                  <a:cxn ang="0">
                    <a:pos x="40" y="105"/>
                  </a:cxn>
                  <a:cxn ang="0">
                    <a:pos x="29" y="97"/>
                  </a:cxn>
                  <a:cxn ang="0">
                    <a:pos x="20" y="89"/>
                  </a:cxn>
                  <a:cxn ang="0">
                    <a:pos x="13" y="79"/>
                  </a:cxn>
                  <a:cxn ang="0">
                    <a:pos x="8" y="69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1" y="38"/>
                  </a:cxn>
                  <a:cxn ang="0">
                    <a:pos x="0" y="29"/>
                  </a:cxn>
                  <a:cxn ang="0">
                    <a:pos x="0" y="14"/>
                  </a:cxn>
                  <a:cxn ang="0">
                    <a:pos x="1" y="8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3"/>
                  </a:cxn>
                  <a:cxn ang="0">
                    <a:pos x="8" y="2"/>
                  </a:cxn>
                  <a:cxn ang="0">
                    <a:pos x="14" y="1"/>
                  </a:cxn>
                  <a:cxn ang="0">
                    <a:pos x="23" y="0"/>
                  </a:cxn>
                  <a:cxn ang="0">
                    <a:pos x="34" y="0"/>
                  </a:cxn>
                </a:cxnLst>
                <a:rect l="0" t="0" r="r" b="b"/>
                <a:pathLst>
                  <a:path w="129" h="111">
                    <a:moveTo>
                      <a:pt x="53" y="110"/>
                    </a:moveTo>
                    <a:lnTo>
                      <a:pt x="54" y="111"/>
                    </a:lnTo>
                    <a:lnTo>
                      <a:pt x="53" y="111"/>
                    </a:lnTo>
                    <a:lnTo>
                      <a:pt x="53" y="110"/>
                    </a:lnTo>
                    <a:close/>
                    <a:moveTo>
                      <a:pt x="34" y="0"/>
                    </a:moveTo>
                    <a:lnTo>
                      <a:pt x="46" y="0"/>
                    </a:lnTo>
                    <a:lnTo>
                      <a:pt x="58" y="3"/>
                    </a:lnTo>
                    <a:lnTo>
                      <a:pt x="71" y="6"/>
                    </a:lnTo>
                    <a:lnTo>
                      <a:pt x="82" y="10"/>
                    </a:lnTo>
                    <a:lnTo>
                      <a:pt x="94" y="13"/>
                    </a:lnTo>
                    <a:lnTo>
                      <a:pt x="105" y="16"/>
                    </a:lnTo>
                    <a:lnTo>
                      <a:pt x="115" y="17"/>
                    </a:lnTo>
                    <a:lnTo>
                      <a:pt x="123" y="19"/>
                    </a:lnTo>
                    <a:lnTo>
                      <a:pt x="128" y="20"/>
                    </a:lnTo>
                    <a:lnTo>
                      <a:pt x="129" y="20"/>
                    </a:lnTo>
                    <a:lnTo>
                      <a:pt x="129" y="22"/>
                    </a:lnTo>
                    <a:lnTo>
                      <a:pt x="128" y="25"/>
                    </a:lnTo>
                    <a:lnTo>
                      <a:pt x="127" y="31"/>
                    </a:lnTo>
                    <a:lnTo>
                      <a:pt x="126" y="37"/>
                    </a:lnTo>
                    <a:lnTo>
                      <a:pt x="124" y="42"/>
                    </a:lnTo>
                    <a:lnTo>
                      <a:pt x="124" y="45"/>
                    </a:lnTo>
                    <a:lnTo>
                      <a:pt x="108" y="47"/>
                    </a:lnTo>
                    <a:lnTo>
                      <a:pt x="90" y="48"/>
                    </a:lnTo>
                    <a:lnTo>
                      <a:pt x="71" y="48"/>
                    </a:lnTo>
                    <a:lnTo>
                      <a:pt x="51" y="47"/>
                    </a:lnTo>
                    <a:lnTo>
                      <a:pt x="32" y="45"/>
                    </a:lnTo>
                    <a:lnTo>
                      <a:pt x="14" y="43"/>
                    </a:lnTo>
                    <a:lnTo>
                      <a:pt x="14" y="47"/>
                    </a:lnTo>
                    <a:lnTo>
                      <a:pt x="15" y="52"/>
                    </a:lnTo>
                    <a:lnTo>
                      <a:pt x="16" y="59"/>
                    </a:lnTo>
                    <a:lnTo>
                      <a:pt x="19" y="67"/>
                    </a:lnTo>
                    <a:lnTo>
                      <a:pt x="24" y="77"/>
                    </a:lnTo>
                    <a:lnTo>
                      <a:pt x="31" y="88"/>
                    </a:lnTo>
                    <a:lnTo>
                      <a:pt x="41" y="99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40" y="105"/>
                    </a:lnTo>
                    <a:lnTo>
                      <a:pt x="29" y="97"/>
                    </a:lnTo>
                    <a:lnTo>
                      <a:pt x="20" y="89"/>
                    </a:lnTo>
                    <a:lnTo>
                      <a:pt x="13" y="79"/>
                    </a:lnTo>
                    <a:lnTo>
                      <a:pt x="8" y="69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1" y="38"/>
                    </a:lnTo>
                    <a:lnTo>
                      <a:pt x="0" y="2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8" y="2"/>
                    </a:lnTo>
                    <a:lnTo>
                      <a:pt x="14" y="1"/>
                    </a:lnTo>
                    <a:lnTo>
                      <a:pt x="23" y="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8" name="Freeform 24"/>
              <p:cNvSpPr>
                <a:spLocks/>
              </p:cNvSpPr>
              <p:nvPr/>
            </p:nvSpPr>
            <p:spPr bwMode="auto">
              <a:xfrm>
                <a:off x="8456613" y="3228975"/>
                <a:ext cx="354012" cy="798513"/>
              </a:xfrm>
              <a:custGeom>
                <a:avLst/>
                <a:gdLst/>
                <a:ahLst/>
                <a:cxnLst>
                  <a:cxn ang="0">
                    <a:pos x="194" y="0"/>
                  </a:cxn>
                  <a:cxn ang="0">
                    <a:pos x="223" y="226"/>
                  </a:cxn>
                  <a:cxn ang="0">
                    <a:pos x="222" y="227"/>
                  </a:cxn>
                  <a:cxn ang="0">
                    <a:pos x="219" y="231"/>
                  </a:cxn>
                  <a:cxn ang="0">
                    <a:pos x="216" y="236"/>
                  </a:cxn>
                  <a:cxn ang="0">
                    <a:pos x="212" y="243"/>
                  </a:cxn>
                  <a:cxn ang="0">
                    <a:pos x="207" y="252"/>
                  </a:cxn>
                  <a:cxn ang="0">
                    <a:pos x="202" y="263"/>
                  </a:cxn>
                  <a:cxn ang="0">
                    <a:pos x="195" y="274"/>
                  </a:cxn>
                  <a:cxn ang="0">
                    <a:pos x="189" y="287"/>
                  </a:cxn>
                  <a:cxn ang="0">
                    <a:pos x="183" y="301"/>
                  </a:cxn>
                  <a:cxn ang="0">
                    <a:pos x="176" y="315"/>
                  </a:cxn>
                  <a:cxn ang="0">
                    <a:pos x="176" y="317"/>
                  </a:cxn>
                  <a:cxn ang="0">
                    <a:pos x="175" y="322"/>
                  </a:cxn>
                  <a:cxn ang="0">
                    <a:pos x="174" y="330"/>
                  </a:cxn>
                  <a:cxn ang="0">
                    <a:pos x="172" y="340"/>
                  </a:cxn>
                  <a:cxn ang="0">
                    <a:pos x="170" y="352"/>
                  </a:cxn>
                  <a:cxn ang="0">
                    <a:pos x="168" y="367"/>
                  </a:cxn>
                  <a:cxn ang="0">
                    <a:pos x="165" y="382"/>
                  </a:cxn>
                  <a:cxn ang="0">
                    <a:pos x="160" y="414"/>
                  </a:cxn>
                  <a:cxn ang="0">
                    <a:pos x="157" y="430"/>
                  </a:cxn>
                  <a:cxn ang="0">
                    <a:pos x="156" y="445"/>
                  </a:cxn>
                  <a:cxn ang="0">
                    <a:pos x="153" y="460"/>
                  </a:cxn>
                  <a:cxn ang="0">
                    <a:pos x="151" y="473"/>
                  </a:cxn>
                  <a:cxn ang="0">
                    <a:pos x="149" y="484"/>
                  </a:cxn>
                  <a:cxn ang="0">
                    <a:pos x="148" y="493"/>
                  </a:cxn>
                  <a:cxn ang="0">
                    <a:pos x="148" y="499"/>
                  </a:cxn>
                  <a:cxn ang="0">
                    <a:pos x="148" y="502"/>
                  </a:cxn>
                  <a:cxn ang="0">
                    <a:pos x="147" y="502"/>
                  </a:cxn>
                  <a:cxn ang="0">
                    <a:pos x="144" y="503"/>
                  </a:cxn>
                  <a:cxn ang="0">
                    <a:pos x="116" y="503"/>
                  </a:cxn>
                  <a:cxn ang="0">
                    <a:pos x="104" y="501"/>
                  </a:cxn>
                  <a:cxn ang="0">
                    <a:pos x="89" y="500"/>
                  </a:cxn>
                  <a:cxn ang="0">
                    <a:pos x="71" y="499"/>
                  </a:cxn>
                  <a:cxn ang="0">
                    <a:pos x="50" y="496"/>
                  </a:cxn>
                  <a:cxn ang="0">
                    <a:pos x="26" y="493"/>
                  </a:cxn>
                  <a:cxn ang="0">
                    <a:pos x="0" y="488"/>
                  </a:cxn>
                  <a:cxn ang="0">
                    <a:pos x="0" y="487"/>
                  </a:cxn>
                  <a:cxn ang="0">
                    <a:pos x="1" y="480"/>
                  </a:cxn>
                  <a:cxn ang="0">
                    <a:pos x="2" y="471"/>
                  </a:cxn>
                  <a:cxn ang="0">
                    <a:pos x="3" y="458"/>
                  </a:cxn>
                  <a:cxn ang="0">
                    <a:pos x="5" y="444"/>
                  </a:cxn>
                  <a:cxn ang="0">
                    <a:pos x="7" y="427"/>
                  </a:cxn>
                  <a:cxn ang="0">
                    <a:pos x="9" y="409"/>
                  </a:cxn>
                  <a:cxn ang="0">
                    <a:pos x="12" y="390"/>
                  </a:cxn>
                  <a:cxn ang="0">
                    <a:pos x="15" y="371"/>
                  </a:cxn>
                  <a:cxn ang="0">
                    <a:pos x="18" y="351"/>
                  </a:cxn>
                  <a:cxn ang="0">
                    <a:pos x="21" y="332"/>
                  </a:cxn>
                  <a:cxn ang="0">
                    <a:pos x="25" y="314"/>
                  </a:cxn>
                  <a:cxn ang="0">
                    <a:pos x="28" y="298"/>
                  </a:cxn>
                  <a:cxn ang="0">
                    <a:pos x="39" y="256"/>
                  </a:cxn>
                  <a:cxn ang="0">
                    <a:pos x="51" y="218"/>
                  </a:cxn>
                  <a:cxn ang="0">
                    <a:pos x="63" y="184"/>
                  </a:cxn>
                  <a:cxn ang="0">
                    <a:pos x="76" y="153"/>
                  </a:cxn>
                  <a:cxn ang="0">
                    <a:pos x="90" y="125"/>
                  </a:cxn>
                  <a:cxn ang="0">
                    <a:pos x="104" y="99"/>
                  </a:cxn>
                  <a:cxn ang="0">
                    <a:pos x="120" y="76"/>
                  </a:cxn>
                  <a:cxn ang="0">
                    <a:pos x="137" y="55"/>
                  </a:cxn>
                  <a:cxn ang="0">
                    <a:pos x="155" y="35"/>
                  </a:cxn>
                  <a:cxn ang="0">
                    <a:pos x="174" y="17"/>
                  </a:cxn>
                  <a:cxn ang="0">
                    <a:pos x="194" y="0"/>
                  </a:cxn>
                </a:cxnLst>
                <a:rect l="0" t="0" r="r" b="b"/>
                <a:pathLst>
                  <a:path w="223" h="503">
                    <a:moveTo>
                      <a:pt x="194" y="0"/>
                    </a:moveTo>
                    <a:lnTo>
                      <a:pt x="223" y="226"/>
                    </a:lnTo>
                    <a:lnTo>
                      <a:pt x="222" y="227"/>
                    </a:lnTo>
                    <a:lnTo>
                      <a:pt x="219" y="231"/>
                    </a:lnTo>
                    <a:lnTo>
                      <a:pt x="216" y="236"/>
                    </a:lnTo>
                    <a:lnTo>
                      <a:pt x="212" y="243"/>
                    </a:lnTo>
                    <a:lnTo>
                      <a:pt x="207" y="252"/>
                    </a:lnTo>
                    <a:lnTo>
                      <a:pt x="202" y="263"/>
                    </a:lnTo>
                    <a:lnTo>
                      <a:pt x="195" y="274"/>
                    </a:lnTo>
                    <a:lnTo>
                      <a:pt x="189" y="287"/>
                    </a:lnTo>
                    <a:lnTo>
                      <a:pt x="183" y="301"/>
                    </a:lnTo>
                    <a:lnTo>
                      <a:pt x="176" y="315"/>
                    </a:lnTo>
                    <a:lnTo>
                      <a:pt x="176" y="317"/>
                    </a:lnTo>
                    <a:lnTo>
                      <a:pt x="175" y="322"/>
                    </a:lnTo>
                    <a:lnTo>
                      <a:pt x="174" y="330"/>
                    </a:lnTo>
                    <a:lnTo>
                      <a:pt x="172" y="340"/>
                    </a:lnTo>
                    <a:lnTo>
                      <a:pt x="170" y="352"/>
                    </a:lnTo>
                    <a:lnTo>
                      <a:pt x="168" y="367"/>
                    </a:lnTo>
                    <a:lnTo>
                      <a:pt x="165" y="382"/>
                    </a:lnTo>
                    <a:lnTo>
                      <a:pt x="160" y="414"/>
                    </a:lnTo>
                    <a:lnTo>
                      <a:pt x="157" y="430"/>
                    </a:lnTo>
                    <a:lnTo>
                      <a:pt x="156" y="445"/>
                    </a:lnTo>
                    <a:lnTo>
                      <a:pt x="153" y="460"/>
                    </a:lnTo>
                    <a:lnTo>
                      <a:pt x="151" y="473"/>
                    </a:lnTo>
                    <a:lnTo>
                      <a:pt x="149" y="484"/>
                    </a:lnTo>
                    <a:lnTo>
                      <a:pt x="148" y="493"/>
                    </a:lnTo>
                    <a:lnTo>
                      <a:pt x="148" y="499"/>
                    </a:lnTo>
                    <a:lnTo>
                      <a:pt x="148" y="502"/>
                    </a:lnTo>
                    <a:lnTo>
                      <a:pt x="147" y="502"/>
                    </a:lnTo>
                    <a:lnTo>
                      <a:pt x="144" y="503"/>
                    </a:lnTo>
                    <a:lnTo>
                      <a:pt x="116" y="503"/>
                    </a:lnTo>
                    <a:lnTo>
                      <a:pt x="104" y="501"/>
                    </a:lnTo>
                    <a:lnTo>
                      <a:pt x="89" y="500"/>
                    </a:lnTo>
                    <a:lnTo>
                      <a:pt x="71" y="499"/>
                    </a:lnTo>
                    <a:lnTo>
                      <a:pt x="50" y="496"/>
                    </a:lnTo>
                    <a:lnTo>
                      <a:pt x="26" y="493"/>
                    </a:lnTo>
                    <a:lnTo>
                      <a:pt x="0" y="488"/>
                    </a:lnTo>
                    <a:lnTo>
                      <a:pt x="0" y="487"/>
                    </a:lnTo>
                    <a:lnTo>
                      <a:pt x="1" y="480"/>
                    </a:lnTo>
                    <a:lnTo>
                      <a:pt x="2" y="471"/>
                    </a:lnTo>
                    <a:lnTo>
                      <a:pt x="3" y="458"/>
                    </a:lnTo>
                    <a:lnTo>
                      <a:pt x="5" y="444"/>
                    </a:lnTo>
                    <a:lnTo>
                      <a:pt x="7" y="427"/>
                    </a:lnTo>
                    <a:lnTo>
                      <a:pt x="9" y="409"/>
                    </a:lnTo>
                    <a:lnTo>
                      <a:pt x="12" y="390"/>
                    </a:lnTo>
                    <a:lnTo>
                      <a:pt x="15" y="371"/>
                    </a:lnTo>
                    <a:lnTo>
                      <a:pt x="18" y="351"/>
                    </a:lnTo>
                    <a:lnTo>
                      <a:pt x="21" y="332"/>
                    </a:lnTo>
                    <a:lnTo>
                      <a:pt x="25" y="314"/>
                    </a:lnTo>
                    <a:lnTo>
                      <a:pt x="28" y="298"/>
                    </a:lnTo>
                    <a:lnTo>
                      <a:pt x="39" y="256"/>
                    </a:lnTo>
                    <a:lnTo>
                      <a:pt x="51" y="218"/>
                    </a:lnTo>
                    <a:lnTo>
                      <a:pt x="63" y="184"/>
                    </a:lnTo>
                    <a:lnTo>
                      <a:pt x="76" y="153"/>
                    </a:lnTo>
                    <a:lnTo>
                      <a:pt x="90" y="125"/>
                    </a:lnTo>
                    <a:lnTo>
                      <a:pt x="104" y="99"/>
                    </a:lnTo>
                    <a:lnTo>
                      <a:pt x="120" y="76"/>
                    </a:lnTo>
                    <a:lnTo>
                      <a:pt x="137" y="55"/>
                    </a:lnTo>
                    <a:lnTo>
                      <a:pt x="155" y="35"/>
                    </a:lnTo>
                    <a:lnTo>
                      <a:pt x="174" y="17"/>
                    </a:lnTo>
                    <a:lnTo>
                      <a:pt x="1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9" name="Freeform 25"/>
              <p:cNvSpPr>
                <a:spLocks/>
              </p:cNvSpPr>
              <p:nvPr/>
            </p:nvSpPr>
            <p:spPr bwMode="auto">
              <a:xfrm>
                <a:off x="8629650" y="2335213"/>
                <a:ext cx="850900" cy="839788"/>
              </a:xfrm>
              <a:custGeom>
                <a:avLst/>
                <a:gdLst/>
                <a:ahLst/>
                <a:cxnLst>
                  <a:cxn ang="0">
                    <a:pos x="280" y="2"/>
                  </a:cxn>
                  <a:cxn ang="0">
                    <a:pos x="334" y="15"/>
                  </a:cxn>
                  <a:cxn ang="0">
                    <a:pos x="389" y="39"/>
                  </a:cxn>
                  <a:cxn ang="0">
                    <a:pos x="429" y="63"/>
                  </a:cxn>
                  <a:cxn ang="0">
                    <a:pos x="463" y="92"/>
                  </a:cxn>
                  <a:cxn ang="0">
                    <a:pos x="493" y="134"/>
                  </a:cxn>
                  <a:cxn ang="0">
                    <a:pos x="516" y="185"/>
                  </a:cxn>
                  <a:cxn ang="0">
                    <a:pos x="530" y="239"/>
                  </a:cxn>
                  <a:cxn ang="0">
                    <a:pos x="536" y="292"/>
                  </a:cxn>
                  <a:cxn ang="0">
                    <a:pos x="532" y="344"/>
                  </a:cxn>
                  <a:cxn ang="0">
                    <a:pos x="520" y="390"/>
                  </a:cxn>
                  <a:cxn ang="0">
                    <a:pos x="497" y="433"/>
                  </a:cxn>
                  <a:cxn ang="0">
                    <a:pos x="463" y="470"/>
                  </a:cxn>
                  <a:cxn ang="0">
                    <a:pos x="424" y="498"/>
                  </a:cxn>
                  <a:cxn ang="0">
                    <a:pos x="379" y="517"/>
                  </a:cxn>
                  <a:cxn ang="0">
                    <a:pos x="331" y="527"/>
                  </a:cxn>
                  <a:cxn ang="0">
                    <a:pos x="280" y="528"/>
                  </a:cxn>
                  <a:cxn ang="0">
                    <a:pos x="227" y="519"/>
                  </a:cxn>
                  <a:cxn ang="0">
                    <a:pos x="175" y="501"/>
                  </a:cxn>
                  <a:cxn ang="0">
                    <a:pos x="125" y="473"/>
                  </a:cxn>
                  <a:cxn ang="0">
                    <a:pos x="82" y="439"/>
                  </a:cxn>
                  <a:cxn ang="0">
                    <a:pos x="47" y="399"/>
                  </a:cxn>
                  <a:cxn ang="0">
                    <a:pos x="19" y="348"/>
                  </a:cxn>
                  <a:cxn ang="0">
                    <a:pos x="3" y="294"/>
                  </a:cxn>
                  <a:cxn ang="0">
                    <a:pos x="1" y="239"/>
                  </a:cxn>
                  <a:cxn ang="0">
                    <a:pos x="11" y="183"/>
                  </a:cxn>
                  <a:cxn ang="0">
                    <a:pos x="35" y="128"/>
                  </a:cxn>
                  <a:cxn ang="0">
                    <a:pos x="67" y="81"/>
                  </a:cxn>
                  <a:cxn ang="0">
                    <a:pos x="107" y="45"/>
                  </a:cxn>
                  <a:cxn ang="0">
                    <a:pos x="152" y="19"/>
                  </a:cxn>
                  <a:cxn ang="0">
                    <a:pos x="201" y="4"/>
                  </a:cxn>
                  <a:cxn ang="0">
                    <a:pos x="253" y="0"/>
                  </a:cxn>
                </a:cxnLst>
                <a:rect l="0" t="0" r="r" b="b"/>
                <a:pathLst>
                  <a:path w="536" h="529">
                    <a:moveTo>
                      <a:pt x="253" y="0"/>
                    </a:moveTo>
                    <a:lnTo>
                      <a:pt x="280" y="2"/>
                    </a:lnTo>
                    <a:lnTo>
                      <a:pt x="307" y="7"/>
                    </a:lnTo>
                    <a:lnTo>
                      <a:pt x="334" y="15"/>
                    </a:lnTo>
                    <a:lnTo>
                      <a:pt x="362" y="25"/>
                    </a:lnTo>
                    <a:lnTo>
                      <a:pt x="389" y="39"/>
                    </a:lnTo>
                    <a:lnTo>
                      <a:pt x="409" y="50"/>
                    </a:lnTo>
                    <a:lnTo>
                      <a:pt x="429" y="63"/>
                    </a:lnTo>
                    <a:lnTo>
                      <a:pt x="447" y="77"/>
                    </a:lnTo>
                    <a:lnTo>
                      <a:pt x="463" y="92"/>
                    </a:lnTo>
                    <a:lnTo>
                      <a:pt x="478" y="110"/>
                    </a:lnTo>
                    <a:lnTo>
                      <a:pt x="493" y="134"/>
                    </a:lnTo>
                    <a:lnTo>
                      <a:pt x="506" y="159"/>
                    </a:lnTo>
                    <a:lnTo>
                      <a:pt x="516" y="185"/>
                    </a:lnTo>
                    <a:lnTo>
                      <a:pt x="524" y="211"/>
                    </a:lnTo>
                    <a:lnTo>
                      <a:pt x="530" y="239"/>
                    </a:lnTo>
                    <a:lnTo>
                      <a:pt x="535" y="266"/>
                    </a:lnTo>
                    <a:lnTo>
                      <a:pt x="536" y="292"/>
                    </a:lnTo>
                    <a:lnTo>
                      <a:pt x="535" y="319"/>
                    </a:lnTo>
                    <a:lnTo>
                      <a:pt x="532" y="344"/>
                    </a:lnTo>
                    <a:lnTo>
                      <a:pt x="527" y="368"/>
                    </a:lnTo>
                    <a:lnTo>
                      <a:pt x="520" y="390"/>
                    </a:lnTo>
                    <a:lnTo>
                      <a:pt x="510" y="411"/>
                    </a:lnTo>
                    <a:lnTo>
                      <a:pt x="497" y="433"/>
                    </a:lnTo>
                    <a:lnTo>
                      <a:pt x="481" y="453"/>
                    </a:lnTo>
                    <a:lnTo>
                      <a:pt x="463" y="470"/>
                    </a:lnTo>
                    <a:lnTo>
                      <a:pt x="444" y="485"/>
                    </a:lnTo>
                    <a:lnTo>
                      <a:pt x="424" y="498"/>
                    </a:lnTo>
                    <a:lnTo>
                      <a:pt x="402" y="509"/>
                    </a:lnTo>
                    <a:lnTo>
                      <a:pt x="379" y="517"/>
                    </a:lnTo>
                    <a:lnTo>
                      <a:pt x="355" y="523"/>
                    </a:lnTo>
                    <a:lnTo>
                      <a:pt x="331" y="527"/>
                    </a:lnTo>
                    <a:lnTo>
                      <a:pt x="305" y="529"/>
                    </a:lnTo>
                    <a:lnTo>
                      <a:pt x="280" y="528"/>
                    </a:lnTo>
                    <a:lnTo>
                      <a:pt x="253" y="525"/>
                    </a:lnTo>
                    <a:lnTo>
                      <a:pt x="227" y="519"/>
                    </a:lnTo>
                    <a:lnTo>
                      <a:pt x="201" y="511"/>
                    </a:lnTo>
                    <a:lnTo>
                      <a:pt x="175" y="501"/>
                    </a:lnTo>
                    <a:lnTo>
                      <a:pt x="149" y="488"/>
                    </a:lnTo>
                    <a:lnTo>
                      <a:pt x="125" y="473"/>
                    </a:lnTo>
                    <a:lnTo>
                      <a:pt x="102" y="457"/>
                    </a:lnTo>
                    <a:lnTo>
                      <a:pt x="82" y="439"/>
                    </a:lnTo>
                    <a:lnTo>
                      <a:pt x="64" y="419"/>
                    </a:lnTo>
                    <a:lnTo>
                      <a:pt x="47" y="399"/>
                    </a:lnTo>
                    <a:lnTo>
                      <a:pt x="31" y="374"/>
                    </a:lnTo>
                    <a:lnTo>
                      <a:pt x="19" y="348"/>
                    </a:lnTo>
                    <a:lnTo>
                      <a:pt x="10" y="321"/>
                    </a:lnTo>
                    <a:lnTo>
                      <a:pt x="3" y="294"/>
                    </a:lnTo>
                    <a:lnTo>
                      <a:pt x="0" y="266"/>
                    </a:lnTo>
                    <a:lnTo>
                      <a:pt x="1" y="239"/>
                    </a:lnTo>
                    <a:lnTo>
                      <a:pt x="5" y="210"/>
                    </a:lnTo>
                    <a:lnTo>
                      <a:pt x="11" y="183"/>
                    </a:lnTo>
                    <a:lnTo>
                      <a:pt x="22" y="155"/>
                    </a:lnTo>
                    <a:lnTo>
                      <a:pt x="35" y="128"/>
                    </a:lnTo>
                    <a:lnTo>
                      <a:pt x="50" y="103"/>
                    </a:lnTo>
                    <a:lnTo>
                      <a:pt x="67" y="81"/>
                    </a:lnTo>
                    <a:lnTo>
                      <a:pt x="86" y="62"/>
                    </a:lnTo>
                    <a:lnTo>
                      <a:pt x="107" y="45"/>
                    </a:lnTo>
                    <a:lnTo>
                      <a:pt x="128" y="31"/>
                    </a:lnTo>
                    <a:lnTo>
                      <a:pt x="152" y="19"/>
                    </a:lnTo>
                    <a:lnTo>
                      <a:pt x="176" y="10"/>
                    </a:lnTo>
                    <a:lnTo>
                      <a:pt x="201" y="4"/>
                    </a:lnTo>
                    <a:lnTo>
                      <a:pt x="227" y="0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0" name="Freeform 26"/>
              <p:cNvSpPr>
                <a:spLocks/>
              </p:cNvSpPr>
              <p:nvPr/>
            </p:nvSpPr>
            <p:spPr bwMode="auto">
              <a:xfrm>
                <a:off x="8701088" y="2376488"/>
                <a:ext cx="750887" cy="741363"/>
              </a:xfrm>
              <a:custGeom>
                <a:avLst/>
                <a:gdLst/>
                <a:ahLst/>
                <a:cxnLst>
                  <a:cxn ang="0">
                    <a:pos x="216" y="0"/>
                  </a:cxn>
                  <a:cxn ang="0">
                    <a:pos x="243" y="0"/>
                  </a:cxn>
                  <a:cxn ang="0">
                    <a:pos x="269" y="4"/>
                  </a:cxn>
                  <a:cxn ang="0">
                    <a:pos x="295" y="11"/>
                  </a:cxn>
                  <a:cxn ang="0">
                    <a:pos x="321" y="20"/>
                  </a:cxn>
                  <a:cxn ang="0">
                    <a:pos x="347" y="32"/>
                  </a:cxn>
                  <a:cxn ang="0">
                    <a:pos x="368" y="46"/>
                  </a:cxn>
                  <a:cxn ang="0">
                    <a:pos x="388" y="61"/>
                  </a:cxn>
                  <a:cxn ang="0">
                    <a:pos x="405" y="79"/>
                  </a:cxn>
                  <a:cxn ang="0">
                    <a:pos x="420" y="99"/>
                  </a:cxn>
                  <a:cxn ang="0">
                    <a:pos x="434" y="120"/>
                  </a:cxn>
                  <a:cxn ang="0">
                    <a:pos x="445" y="141"/>
                  </a:cxn>
                  <a:cxn ang="0">
                    <a:pos x="455" y="164"/>
                  </a:cxn>
                  <a:cxn ang="0">
                    <a:pos x="462" y="188"/>
                  </a:cxn>
                  <a:cxn ang="0">
                    <a:pos x="468" y="211"/>
                  </a:cxn>
                  <a:cxn ang="0">
                    <a:pos x="471" y="235"/>
                  </a:cxn>
                  <a:cxn ang="0">
                    <a:pos x="473" y="259"/>
                  </a:cxn>
                  <a:cxn ang="0">
                    <a:pos x="473" y="282"/>
                  </a:cxn>
                  <a:cxn ang="0">
                    <a:pos x="470" y="304"/>
                  </a:cxn>
                  <a:cxn ang="0">
                    <a:pos x="465" y="326"/>
                  </a:cxn>
                  <a:cxn ang="0">
                    <a:pos x="459" y="345"/>
                  </a:cxn>
                  <a:cxn ang="0">
                    <a:pos x="450" y="364"/>
                  </a:cxn>
                  <a:cxn ang="0">
                    <a:pos x="437" y="384"/>
                  </a:cxn>
                  <a:cxn ang="0">
                    <a:pos x="423" y="402"/>
                  </a:cxn>
                  <a:cxn ang="0">
                    <a:pos x="407" y="418"/>
                  </a:cxn>
                  <a:cxn ang="0">
                    <a:pos x="388" y="432"/>
                  </a:cxn>
                  <a:cxn ang="0">
                    <a:pos x="369" y="443"/>
                  </a:cxn>
                  <a:cxn ang="0">
                    <a:pos x="348" y="453"/>
                  </a:cxn>
                  <a:cxn ang="0">
                    <a:pos x="327" y="459"/>
                  </a:cxn>
                  <a:cxn ang="0">
                    <a:pos x="304" y="464"/>
                  </a:cxn>
                  <a:cxn ang="0">
                    <a:pos x="281" y="467"/>
                  </a:cxn>
                  <a:cxn ang="0">
                    <a:pos x="257" y="467"/>
                  </a:cxn>
                  <a:cxn ang="0">
                    <a:pos x="233" y="464"/>
                  </a:cxn>
                  <a:cxn ang="0">
                    <a:pos x="208" y="460"/>
                  </a:cxn>
                  <a:cxn ang="0">
                    <a:pos x="184" y="453"/>
                  </a:cxn>
                  <a:cxn ang="0">
                    <a:pos x="160" y="443"/>
                  </a:cxn>
                  <a:cxn ang="0">
                    <a:pos x="136" y="432"/>
                  </a:cxn>
                  <a:cxn ang="0">
                    <a:pos x="111" y="416"/>
                  </a:cxn>
                  <a:cxn ang="0">
                    <a:pos x="89" y="400"/>
                  </a:cxn>
                  <a:cxn ang="0">
                    <a:pos x="69" y="381"/>
                  </a:cxn>
                  <a:cxn ang="0">
                    <a:pos x="51" y="360"/>
                  </a:cxn>
                  <a:cxn ang="0">
                    <a:pos x="36" y="337"/>
                  </a:cxn>
                  <a:cxn ang="0">
                    <a:pos x="23" y="314"/>
                  </a:cxn>
                  <a:cxn ang="0">
                    <a:pos x="13" y="290"/>
                  </a:cxn>
                  <a:cxn ang="0">
                    <a:pos x="6" y="265"/>
                  </a:cxn>
                  <a:cxn ang="0">
                    <a:pos x="2" y="240"/>
                  </a:cxn>
                  <a:cxn ang="0">
                    <a:pos x="0" y="214"/>
                  </a:cxn>
                  <a:cxn ang="0">
                    <a:pos x="2" y="188"/>
                  </a:cxn>
                  <a:cxn ang="0">
                    <a:pos x="6" y="163"/>
                  </a:cxn>
                  <a:cxn ang="0">
                    <a:pos x="14" y="137"/>
                  </a:cxn>
                  <a:cxn ang="0">
                    <a:pos x="26" y="113"/>
                  </a:cxn>
                  <a:cxn ang="0">
                    <a:pos x="40" y="90"/>
                  </a:cxn>
                  <a:cxn ang="0">
                    <a:pos x="57" y="70"/>
                  </a:cxn>
                  <a:cxn ang="0">
                    <a:pos x="75" y="52"/>
                  </a:cxn>
                  <a:cxn ang="0">
                    <a:pos x="96" y="37"/>
                  </a:cxn>
                  <a:cxn ang="0">
                    <a:pos x="118" y="24"/>
                  </a:cxn>
                  <a:cxn ang="0">
                    <a:pos x="141" y="14"/>
                  </a:cxn>
                  <a:cxn ang="0">
                    <a:pos x="165" y="6"/>
                  </a:cxn>
                  <a:cxn ang="0">
                    <a:pos x="190" y="1"/>
                  </a:cxn>
                  <a:cxn ang="0">
                    <a:pos x="216" y="0"/>
                  </a:cxn>
                </a:cxnLst>
                <a:rect l="0" t="0" r="r" b="b"/>
                <a:pathLst>
                  <a:path w="473" h="467">
                    <a:moveTo>
                      <a:pt x="216" y="0"/>
                    </a:moveTo>
                    <a:lnTo>
                      <a:pt x="243" y="0"/>
                    </a:lnTo>
                    <a:lnTo>
                      <a:pt x="269" y="4"/>
                    </a:lnTo>
                    <a:lnTo>
                      <a:pt x="295" y="11"/>
                    </a:lnTo>
                    <a:lnTo>
                      <a:pt x="321" y="20"/>
                    </a:lnTo>
                    <a:lnTo>
                      <a:pt x="347" y="32"/>
                    </a:lnTo>
                    <a:lnTo>
                      <a:pt x="368" y="46"/>
                    </a:lnTo>
                    <a:lnTo>
                      <a:pt x="388" y="61"/>
                    </a:lnTo>
                    <a:lnTo>
                      <a:pt x="405" y="79"/>
                    </a:lnTo>
                    <a:lnTo>
                      <a:pt x="420" y="99"/>
                    </a:lnTo>
                    <a:lnTo>
                      <a:pt x="434" y="120"/>
                    </a:lnTo>
                    <a:lnTo>
                      <a:pt x="445" y="141"/>
                    </a:lnTo>
                    <a:lnTo>
                      <a:pt x="455" y="164"/>
                    </a:lnTo>
                    <a:lnTo>
                      <a:pt x="462" y="188"/>
                    </a:lnTo>
                    <a:lnTo>
                      <a:pt x="468" y="211"/>
                    </a:lnTo>
                    <a:lnTo>
                      <a:pt x="471" y="235"/>
                    </a:lnTo>
                    <a:lnTo>
                      <a:pt x="473" y="259"/>
                    </a:lnTo>
                    <a:lnTo>
                      <a:pt x="473" y="282"/>
                    </a:lnTo>
                    <a:lnTo>
                      <a:pt x="470" y="304"/>
                    </a:lnTo>
                    <a:lnTo>
                      <a:pt x="465" y="326"/>
                    </a:lnTo>
                    <a:lnTo>
                      <a:pt x="459" y="345"/>
                    </a:lnTo>
                    <a:lnTo>
                      <a:pt x="450" y="364"/>
                    </a:lnTo>
                    <a:lnTo>
                      <a:pt x="437" y="384"/>
                    </a:lnTo>
                    <a:lnTo>
                      <a:pt x="423" y="402"/>
                    </a:lnTo>
                    <a:lnTo>
                      <a:pt x="407" y="418"/>
                    </a:lnTo>
                    <a:lnTo>
                      <a:pt x="388" y="432"/>
                    </a:lnTo>
                    <a:lnTo>
                      <a:pt x="369" y="443"/>
                    </a:lnTo>
                    <a:lnTo>
                      <a:pt x="348" y="453"/>
                    </a:lnTo>
                    <a:lnTo>
                      <a:pt x="327" y="459"/>
                    </a:lnTo>
                    <a:lnTo>
                      <a:pt x="304" y="464"/>
                    </a:lnTo>
                    <a:lnTo>
                      <a:pt x="281" y="467"/>
                    </a:lnTo>
                    <a:lnTo>
                      <a:pt x="257" y="467"/>
                    </a:lnTo>
                    <a:lnTo>
                      <a:pt x="233" y="464"/>
                    </a:lnTo>
                    <a:lnTo>
                      <a:pt x="208" y="460"/>
                    </a:lnTo>
                    <a:lnTo>
                      <a:pt x="184" y="453"/>
                    </a:lnTo>
                    <a:lnTo>
                      <a:pt x="160" y="443"/>
                    </a:lnTo>
                    <a:lnTo>
                      <a:pt x="136" y="432"/>
                    </a:lnTo>
                    <a:lnTo>
                      <a:pt x="111" y="416"/>
                    </a:lnTo>
                    <a:lnTo>
                      <a:pt x="89" y="400"/>
                    </a:lnTo>
                    <a:lnTo>
                      <a:pt x="69" y="381"/>
                    </a:lnTo>
                    <a:lnTo>
                      <a:pt x="51" y="360"/>
                    </a:lnTo>
                    <a:lnTo>
                      <a:pt x="36" y="337"/>
                    </a:lnTo>
                    <a:lnTo>
                      <a:pt x="23" y="314"/>
                    </a:lnTo>
                    <a:lnTo>
                      <a:pt x="13" y="290"/>
                    </a:lnTo>
                    <a:lnTo>
                      <a:pt x="6" y="265"/>
                    </a:lnTo>
                    <a:lnTo>
                      <a:pt x="2" y="240"/>
                    </a:lnTo>
                    <a:lnTo>
                      <a:pt x="0" y="214"/>
                    </a:lnTo>
                    <a:lnTo>
                      <a:pt x="2" y="188"/>
                    </a:lnTo>
                    <a:lnTo>
                      <a:pt x="6" y="163"/>
                    </a:lnTo>
                    <a:lnTo>
                      <a:pt x="14" y="137"/>
                    </a:lnTo>
                    <a:lnTo>
                      <a:pt x="26" y="113"/>
                    </a:lnTo>
                    <a:lnTo>
                      <a:pt x="40" y="90"/>
                    </a:lnTo>
                    <a:lnTo>
                      <a:pt x="57" y="70"/>
                    </a:lnTo>
                    <a:lnTo>
                      <a:pt x="75" y="52"/>
                    </a:lnTo>
                    <a:lnTo>
                      <a:pt x="96" y="37"/>
                    </a:lnTo>
                    <a:lnTo>
                      <a:pt x="118" y="24"/>
                    </a:lnTo>
                    <a:lnTo>
                      <a:pt x="141" y="14"/>
                    </a:lnTo>
                    <a:lnTo>
                      <a:pt x="165" y="6"/>
                    </a:lnTo>
                    <a:lnTo>
                      <a:pt x="190" y="1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FFDBA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1" name="Freeform 27"/>
              <p:cNvSpPr>
                <a:spLocks/>
              </p:cNvSpPr>
              <p:nvPr/>
            </p:nvSpPr>
            <p:spPr bwMode="auto">
              <a:xfrm>
                <a:off x="8620125" y="2339975"/>
                <a:ext cx="769937" cy="647700"/>
              </a:xfrm>
              <a:custGeom>
                <a:avLst/>
                <a:gdLst/>
                <a:ahLst/>
                <a:cxnLst>
                  <a:cxn ang="0">
                    <a:pos x="282" y="2"/>
                  </a:cxn>
                  <a:cxn ang="0">
                    <a:pos x="339" y="15"/>
                  </a:cxn>
                  <a:cxn ang="0">
                    <a:pos x="394" y="39"/>
                  </a:cxn>
                  <a:cxn ang="0">
                    <a:pos x="434" y="66"/>
                  </a:cxn>
                  <a:cxn ang="0">
                    <a:pos x="463" y="95"/>
                  </a:cxn>
                  <a:cxn ang="0">
                    <a:pos x="485" y="127"/>
                  </a:cxn>
                  <a:cxn ang="0">
                    <a:pos x="476" y="162"/>
                  </a:cxn>
                  <a:cxn ang="0">
                    <a:pos x="460" y="190"/>
                  </a:cxn>
                  <a:cxn ang="0">
                    <a:pos x="437" y="210"/>
                  </a:cxn>
                  <a:cxn ang="0">
                    <a:pos x="409" y="223"/>
                  </a:cxn>
                  <a:cxn ang="0">
                    <a:pos x="377" y="230"/>
                  </a:cxn>
                  <a:cxn ang="0">
                    <a:pos x="343" y="233"/>
                  </a:cxn>
                  <a:cxn ang="0">
                    <a:pos x="290" y="230"/>
                  </a:cxn>
                  <a:cxn ang="0">
                    <a:pos x="256" y="225"/>
                  </a:cxn>
                  <a:cxn ang="0">
                    <a:pos x="223" y="218"/>
                  </a:cxn>
                  <a:cxn ang="0">
                    <a:pos x="195" y="212"/>
                  </a:cxn>
                  <a:cxn ang="0">
                    <a:pos x="172" y="205"/>
                  </a:cxn>
                  <a:cxn ang="0">
                    <a:pos x="145" y="196"/>
                  </a:cxn>
                  <a:cxn ang="0">
                    <a:pos x="148" y="248"/>
                  </a:cxn>
                  <a:cxn ang="0">
                    <a:pos x="144" y="292"/>
                  </a:cxn>
                  <a:cxn ang="0">
                    <a:pos x="134" y="329"/>
                  </a:cxn>
                  <a:cxn ang="0">
                    <a:pos x="118" y="359"/>
                  </a:cxn>
                  <a:cxn ang="0">
                    <a:pos x="100" y="382"/>
                  </a:cxn>
                  <a:cxn ang="0">
                    <a:pos x="82" y="398"/>
                  </a:cxn>
                  <a:cxn ang="0">
                    <a:pos x="64" y="408"/>
                  </a:cxn>
                  <a:cxn ang="0">
                    <a:pos x="33" y="365"/>
                  </a:cxn>
                  <a:cxn ang="0">
                    <a:pos x="13" y="316"/>
                  </a:cxn>
                  <a:cxn ang="0">
                    <a:pos x="2" y="265"/>
                  </a:cxn>
                  <a:cxn ang="0">
                    <a:pos x="1" y="213"/>
                  </a:cxn>
                  <a:cxn ang="0">
                    <a:pos x="13" y="159"/>
                  </a:cxn>
                  <a:cxn ang="0">
                    <a:pos x="41" y="106"/>
                  </a:cxn>
                  <a:cxn ang="0">
                    <a:pos x="79" y="64"/>
                  </a:cxn>
                  <a:cxn ang="0">
                    <a:pos x="123" y="33"/>
                  </a:cxn>
                  <a:cxn ang="0">
                    <a:pos x="173" y="12"/>
                  </a:cxn>
                  <a:cxn ang="0">
                    <a:pos x="227" y="2"/>
                  </a:cxn>
                </a:cxnLst>
                <a:rect l="0" t="0" r="r" b="b"/>
                <a:pathLst>
                  <a:path w="485" h="408">
                    <a:moveTo>
                      <a:pt x="254" y="0"/>
                    </a:moveTo>
                    <a:lnTo>
                      <a:pt x="282" y="2"/>
                    </a:lnTo>
                    <a:lnTo>
                      <a:pt x="311" y="7"/>
                    </a:lnTo>
                    <a:lnTo>
                      <a:pt x="339" y="15"/>
                    </a:lnTo>
                    <a:lnTo>
                      <a:pt x="367" y="25"/>
                    </a:lnTo>
                    <a:lnTo>
                      <a:pt x="394" y="39"/>
                    </a:lnTo>
                    <a:lnTo>
                      <a:pt x="416" y="52"/>
                    </a:lnTo>
                    <a:lnTo>
                      <a:pt x="434" y="66"/>
                    </a:lnTo>
                    <a:lnTo>
                      <a:pt x="450" y="80"/>
                    </a:lnTo>
                    <a:lnTo>
                      <a:pt x="463" y="95"/>
                    </a:lnTo>
                    <a:lnTo>
                      <a:pt x="474" y="111"/>
                    </a:lnTo>
                    <a:lnTo>
                      <a:pt x="485" y="127"/>
                    </a:lnTo>
                    <a:lnTo>
                      <a:pt x="482" y="146"/>
                    </a:lnTo>
                    <a:lnTo>
                      <a:pt x="476" y="162"/>
                    </a:lnTo>
                    <a:lnTo>
                      <a:pt x="469" y="177"/>
                    </a:lnTo>
                    <a:lnTo>
                      <a:pt x="460" y="190"/>
                    </a:lnTo>
                    <a:lnTo>
                      <a:pt x="450" y="200"/>
                    </a:lnTo>
                    <a:lnTo>
                      <a:pt x="437" y="210"/>
                    </a:lnTo>
                    <a:lnTo>
                      <a:pt x="424" y="217"/>
                    </a:lnTo>
                    <a:lnTo>
                      <a:pt x="409" y="223"/>
                    </a:lnTo>
                    <a:lnTo>
                      <a:pt x="394" y="227"/>
                    </a:lnTo>
                    <a:lnTo>
                      <a:pt x="377" y="230"/>
                    </a:lnTo>
                    <a:lnTo>
                      <a:pt x="361" y="232"/>
                    </a:lnTo>
                    <a:lnTo>
                      <a:pt x="343" y="233"/>
                    </a:lnTo>
                    <a:lnTo>
                      <a:pt x="308" y="232"/>
                    </a:lnTo>
                    <a:lnTo>
                      <a:pt x="290" y="230"/>
                    </a:lnTo>
                    <a:lnTo>
                      <a:pt x="273" y="228"/>
                    </a:lnTo>
                    <a:lnTo>
                      <a:pt x="256" y="225"/>
                    </a:lnTo>
                    <a:lnTo>
                      <a:pt x="239" y="222"/>
                    </a:lnTo>
                    <a:lnTo>
                      <a:pt x="223" y="218"/>
                    </a:lnTo>
                    <a:lnTo>
                      <a:pt x="209" y="215"/>
                    </a:lnTo>
                    <a:lnTo>
                      <a:pt x="195" y="212"/>
                    </a:lnTo>
                    <a:lnTo>
                      <a:pt x="183" y="208"/>
                    </a:lnTo>
                    <a:lnTo>
                      <a:pt x="172" y="205"/>
                    </a:lnTo>
                    <a:lnTo>
                      <a:pt x="146" y="196"/>
                    </a:lnTo>
                    <a:lnTo>
                      <a:pt x="145" y="196"/>
                    </a:lnTo>
                    <a:lnTo>
                      <a:pt x="148" y="223"/>
                    </a:lnTo>
                    <a:lnTo>
                      <a:pt x="148" y="248"/>
                    </a:lnTo>
                    <a:lnTo>
                      <a:pt x="147" y="271"/>
                    </a:lnTo>
                    <a:lnTo>
                      <a:pt x="144" y="292"/>
                    </a:lnTo>
                    <a:lnTo>
                      <a:pt x="139" y="311"/>
                    </a:lnTo>
                    <a:lnTo>
                      <a:pt x="134" y="329"/>
                    </a:lnTo>
                    <a:lnTo>
                      <a:pt x="126" y="344"/>
                    </a:lnTo>
                    <a:lnTo>
                      <a:pt x="118" y="359"/>
                    </a:lnTo>
                    <a:lnTo>
                      <a:pt x="110" y="371"/>
                    </a:lnTo>
                    <a:lnTo>
                      <a:pt x="100" y="382"/>
                    </a:lnTo>
                    <a:lnTo>
                      <a:pt x="91" y="391"/>
                    </a:lnTo>
                    <a:lnTo>
                      <a:pt x="82" y="398"/>
                    </a:lnTo>
                    <a:lnTo>
                      <a:pt x="73" y="404"/>
                    </a:lnTo>
                    <a:lnTo>
                      <a:pt x="64" y="408"/>
                    </a:lnTo>
                    <a:lnTo>
                      <a:pt x="47" y="387"/>
                    </a:lnTo>
                    <a:lnTo>
                      <a:pt x="33" y="365"/>
                    </a:lnTo>
                    <a:lnTo>
                      <a:pt x="22" y="341"/>
                    </a:lnTo>
                    <a:lnTo>
                      <a:pt x="13" y="316"/>
                    </a:lnTo>
                    <a:lnTo>
                      <a:pt x="6" y="291"/>
                    </a:lnTo>
                    <a:lnTo>
                      <a:pt x="2" y="265"/>
                    </a:lnTo>
                    <a:lnTo>
                      <a:pt x="0" y="239"/>
                    </a:lnTo>
                    <a:lnTo>
                      <a:pt x="1" y="213"/>
                    </a:lnTo>
                    <a:lnTo>
                      <a:pt x="4" y="188"/>
                    </a:lnTo>
                    <a:lnTo>
                      <a:pt x="13" y="159"/>
                    </a:lnTo>
                    <a:lnTo>
                      <a:pt x="26" y="131"/>
                    </a:lnTo>
                    <a:lnTo>
                      <a:pt x="41" y="106"/>
                    </a:lnTo>
                    <a:lnTo>
                      <a:pt x="59" y="84"/>
                    </a:lnTo>
                    <a:lnTo>
                      <a:pt x="79" y="64"/>
                    </a:lnTo>
                    <a:lnTo>
                      <a:pt x="100" y="47"/>
                    </a:lnTo>
                    <a:lnTo>
                      <a:pt x="123" y="33"/>
                    </a:lnTo>
                    <a:lnTo>
                      <a:pt x="147" y="21"/>
                    </a:lnTo>
                    <a:lnTo>
                      <a:pt x="173" y="12"/>
                    </a:lnTo>
                    <a:lnTo>
                      <a:pt x="199" y="5"/>
                    </a:lnTo>
                    <a:lnTo>
                      <a:pt x="227" y="2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2" name="Freeform 28"/>
              <p:cNvSpPr>
                <a:spLocks/>
              </p:cNvSpPr>
              <p:nvPr/>
            </p:nvSpPr>
            <p:spPr bwMode="auto">
              <a:xfrm>
                <a:off x="8620125" y="2322513"/>
                <a:ext cx="774700" cy="650875"/>
              </a:xfrm>
              <a:custGeom>
                <a:avLst/>
                <a:gdLst/>
                <a:ahLst/>
                <a:cxnLst>
                  <a:cxn ang="0">
                    <a:pos x="286" y="2"/>
                  </a:cxn>
                  <a:cxn ang="0">
                    <a:pos x="342" y="15"/>
                  </a:cxn>
                  <a:cxn ang="0">
                    <a:pos x="397" y="39"/>
                  </a:cxn>
                  <a:cxn ang="0">
                    <a:pos x="437" y="65"/>
                  </a:cxn>
                  <a:cxn ang="0">
                    <a:pos x="467" y="93"/>
                  </a:cxn>
                  <a:cxn ang="0">
                    <a:pos x="488" y="124"/>
                  </a:cxn>
                  <a:cxn ang="0">
                    <a:pos x="480" y="160"/>
                  </a:cxn>
                  <a:cxn ang="0">
                    <a:pos x="464" y="187"/>
                  </a:cxn>
                  <a:cxn ang="0">
                    <a:pos x="441" y="207"/>
                  </a:cxn>
                  <a:cxn ang="0">
                    <a:pos x="413" y="221"/>
                  </a:cxn>
                  <a:cxn ang="0">
                    <a:pos x="381" y="228"/>
                  </a:cxn>
                  <a:cxn ang="0">
                    <a:pos x="347" y="231"/>
                  </a:cxn>
                  <a:cxn ang="0">
                    <a:pos x="311" y="231"/>
                  </a:cxn>
                  <a:cxn ang="0">
                    <a:pos x="276" y="227"/>
                  </a:cxn>
                  <a:cxn ang="0">
                    <a:pos x="227" y="218"/>
                  </a:cxn>
                  <a:cxn ang="0">
                    <a:pos x="199" y="211"/>
                  </a:cxn>
                  <a:cxn ang="0">
                    <a:pos x="176" y="204"/>
                  </a:cxn>
                  <a:cxn ang="0">
                    <a:pos x="150" y="196"/>
                  </a:cxn>
                  <a:cxn ang="0">
                    <a:pos x="152" y="223"/>
                  </a:cxn>
                  <a:cxn ang="0">
                    <a:pos x="152" y="271"/>
                  </a:cxn>
                  <a:cxn ang="0">
                    <a:pos x="145" y="311"/>
                  </a:cxn>
                  <a:cxn ang="0">
                    <a:pos x="132" y="344"/>
                  </a:cxn>
                  <a:cxn ang="0">
                    <a:pos x="117" y="370"/>
                  </a:cxn>
                  <a:cxn ang="0">
                    <a:pos x="99" y="389"/>
                  </a:cxn>
                  <a:cxn ang="0">
                    <a:pos x="81" y="402"/>
                  </a:cxn>
                  <a:cxn ang="0">
                    <a:pos x="64" y="409"/>
                  </a:cxn>
                  <a:cxn ang="0">
                    <a:pos x="39" y="385"/>
                  </a:cxn>
                  <a:cxn ang="0">
                    <a:pos x="14" y="331"/>
                  </a:cxn>
                  <a:cxn ang="0">
                    <a:pos x="1" y="274"/>
                  </a:cxn>
                  <a:cxn ang="0">
                    <a:pos x="1" y="216"/>
                  </a:cxn>
                  <a:cxn ang="0">
                    <a:pos x="17" y="159"/>
                  </a:cxn>
                  <a:cxn ang="0">
                    <a:pos x="45" y="106"/>
                  </a:cxn>
                  <a:cxn ang="0">
                    <a:pos x="82" y="64"/>
                  </a:cxn>
                  <a:cxn ang="0">
                    <a:pos x="126" y="33"/>
                  </a:cxn>
                  <a:cxn ang="0">
                    <a:pos x="176" y="12"/>
                  </a:cxn>
                  <a:cxn ang="0">
                    <a:pos x="230" y="2"/>
                  </a:cxn>
                </a:cxnLst>
                <a:rect l="0" t="0" r="r" b="b"/>
                <a:pathLst>
                  <a:path w="488" h="410">
                    <a:moveTo>
                      <a:pt x="258" y="0"/>
                    </a:moveTo>
                    <a:lnTo>
                      <a:pt x="286" y="2"/>
                    </a:lnTo>
                    <a:lnTo>
                      <a:pt x="314" y="7"/>
                    </a:lnTo>
                    <a:lnTo>
                      <a:pt x="342" y="15"/>
                    </a:lnTo>
                    <a:lnTo>
                      <a:pt x="370" y="25"/>
                    </a:lnTo>
                    <a:lnTo>
                      <a:pt x="397" y="39"/>
                    </a:lnTo>
                    <a:lnTo>
                      <a:pt x="419" y="51"/>
                    </a:lnTo>
                    <a:lnTo>
                      <a:pt x="437" y="65"/>
                    </a:lnTo>
                    <a:lnTo>
                      <a:pt x="453" y="79"/>
                    </a:lnTo>
                    <a:lnTo>
                      <a:pt x="467" y="93"/>
                    </a:lnTo>
                    <a:lnTo>
                      <a:pt x="478" y="108"/>
                    </a:lnTo>
                    <a:lnTo>
                      <a:pt x="488" y="124"/>
                    </a:lnTo>
                    <a:lnTo>
                      <a:pt x="485" y="143"/>
                    </a:lnTo>
                    <a:lnTo>
                      <a:pt x="480" y="160"/>
                    </a:lnTo>
                    <a:lnTo>
                      <a:pt x="473" y="175"/>
                    </a:lnTo>
                    <a:lnTo>
                      <a:pt x="464" y="187"/>
                    </a:lnTo>
                    <a:lnTo>
                      <a:pt x="453" y="198"/>
                    </a:lnTo>
                    <a:lnTo>
                      <a:pt x="441" y="207"/>
                    </a:lnTo>
                    <a:lnTo>
                      <a:pt x="428" y="215"/>
                    </a:lnTo>
                    <a:lnTo>
                      <a:pt x="413" y="221"/>
                    </a:lnTo>
                    <a:lnTo>
                      <a:pt x="397" y="225"/>
                    </a:lnTo>
                    <a:lnTo>
                      <a:pt x="381" y="228"/>
                    </a:lnTo>
                    <a:lnTo>
                      <a:pt x="364" y="231"/>
                    </a:lnTo>
                    <a:lnTo>
                      <a:pt x="347" y="231"/>
                    </a:lnTo>
                    <a:lnTo>
                      <a:pt x="329" y="231"/>
                    </a:lnTo>
                    <a:lnTo>
                      <a:pt x="311" y="231"/>
                    </a:lnTo>
                    <a:lnTo>
                      <a:pt x="294" y="229"/>
                    </a:lnTo>
                    <a:lnTo>
                      <a:pt x="276" y="227"/>
                    </a:lnTo>
                    <a:lnTo>
                      <a:pt x="243" y="221"/>
                    </a:lnTo>
                    <a:lnTo>
                      <a:pt x="227" y="218"/>
                    </a:lnTo>
                    <a:lnTo>
                      <a:pt x="212" y="215"/>
                    </a:lnTo>
                    <a:lnTo>
                      <a:pt x="199" y="211"/>
                    </a:lnTo>
                    <a:lnTo>
                      <a:pt x="187" y="207"/>
                    </a:lnTo>
                    <a:lnTo>
                      <a:pt x="176" y="204"/>
                    </a:lnTo>
                    <a:lnTo>
                      <a:pt x="166" y="202"/>
                    </a:lnTo>
                    <a:lnTo>
                      <a:pt x="150" y="196"/>
                    </a:lnTo>
                    <a:lnTo>
                      <a:pt x="148" y="195"/>
                    </a:lnTo>
                    <a:lnTo>
                      <a:pt x="152" y="223"/>
                    </a:lnTo>
                    <a:lnTo>
                      <a:pt x="152" y="248"/>
                    </a:lnTo>
                    <a:lnTo>
                      <a:pt x="152" y="271"/>
                    </a:lnTo>
                    <a:lnTo>
                      <a:pt x="148" y="292"/>
                    </a:lnTo>
                    <a:lnTo>
                      <a:pt x="145" y="311"/>
                    </a:lnTo>
                    <a:lnTo>
                      <a:pt x="139" y="328"/>
                    </a:lnTo>
                    <a:lnTo>
                      <a:pt x="132" y="344"/>
                    </a:lnTo>
                    <a:lnTo>
                      <a:pt x="125" y="358"/>
                    </a:lnTo>
                    <a:lnTo>
                      <a:pt x="117" y="370"/>
                    </a:lnTo>
                    <a:lnTo>
                      <a:pt x="108" y="380"/>
                    </a:lnTo>
                    <a:lnTo>
                      <a:pt x="99" y="389"/>
                    </a:lnTo>
                    <a:lnTo>
                      <a:pt x="90" y="396"/>
                    </a:lnTo>
                    <a:lnTo>
                      <a:pt x="81" y="402"/>
                    </a:lnTo>
                    <a:lnTo>
                      <a:pt x="72" y="406"/>
                    </a:lnTo>
                    <a:lnTo>
                      <a:pt x="64" y="409"/>
                    </a:lnTo>
                    <a:lnTo>
                      <a:pt x="56" y="410"/>
                    </a:lnTo>
                    <a:lnTo>
                      <a:pt x="39" y="385"/>
                    </a:lnTo>
                    <a:lnTo>
                      <a:pt x="25" y="359"/>
                    </a:lnTo>
                    <a:lnTo>
                      <a:pt x="14" y="331"/>
                    </a:lnTo>
                    <a:lnTo>
                      <a:pt x="6" y="303"/>
                    </a:lnTo>
                    <a:lnTo>
                      <a:pt x="1" y="274"/>
                    </a:lnTo>
                    <a:lnTo>
                      <a:pt x="0" y="245"/>
                    </a:lnTo>
                    <a:lnTo>
                      <a:pt x="1" y="216"/>
                    </a:lnTo>
                    <a:lnTo>
                      <a:pt x="7" y="187"/>
                    </a:lnTo>
                    <a:lnTo>
                      <a:pt x="17" y="159"/>
                    </a:lnTo>
                    <a:lnTo>
                      <a:pt x="30" y="131"/>
                    </a:lnTo>
                    <a:lnTo>
                      <a:pt x="45" y="106"/>
                    </a:lnTo>
                    <a:lnTo>
                      <a:pt x="62" y="84"/>
                    </a:lnTo>
                    <a:lnTo>
                      <a:pt x="82" y="64"/>
                    </a:lnTo>
                    <a:lnTo>
                      <a:pt x="104" y="47"/>
                    </a:lnTo>
                    <a:lnTo>
                      <a:pt x="126" y="33"/>
                    </a:lnTo>
                    <a:lnTo>
                      <a:pt x="151" y="21"/>
                    </a:lnTo>
                    <a:lnTo>
                      <a:pt x="176" y="12"/>
                    </a:lnTo>
                    <a:lnTo>
                      <a:pt x="203" y="5"/>
                    </a:lnTo>
                    <a:lnTo>
                      <a:pt x="230" y="2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3" name="Freeform 29"/>
              <p:cNvSpPr>
                <a:spLocks/>
              </p:cNvSpPr>
              <p:nvPr/>
            </p:nvSpPr>
            <p:spPr bwMode="auto">
              <a:xfrm>
                <a:off x="8766175" y="2390775"/>
                <a:ext cx="555625" cy="252413"/>
              </a:xfrm>
              <a:custGeom>
                <a:avLst/>
                <a:gdLst/>
                <a:ahLst/>
                <a:cxnLst>
                  <a:cxn ang="0">
                    <a:pos x="265" y="0"/>
                  </a:cxn>
                  <a:cxn ang="0">
                    <a:pos x="267" y="1"/>
                  </a:cxn>
                  <a:cxn ang="0">
                    <a:pos x="272" y="3"/>
                  </a:cxn>
                  <a:cxn ang="0">
                    <a:pos x="279" y="5"/>
                  </a:cxn>
                  <a:cxn ang="0">
                    <a:pos x="288" y="9"/>
                  </a:cxn>
                  <a:cxn ang="0">
                    <a:pos x="298" y="15"/>
                  </a:cxn>
                  <a:cxn ang="0">
                    <a:pos x="309" y="20"/>
                  </a:cxn>
                  <a:cxn ang="0">
                    <a:pos x="320" y="28"/>
                  </a:cxn>
                  <a:cxn ang="0">
                    <a:pos x="329" y="36"/>
                  </a:cxn>
                  <a:cxn ang="0">
                    <a:pos x="339" y="45"/>
                  </a:cxn>
                  <a:cxn ang="0">
                    <a:pos x="345" y="56"/>
                  </a:cxn>
                  <a:cxn ang="0">
                    <a:pos x="349" y="68"/>
                  </a:cxn>
                  <a:cxn ang="0">
                    <a:pos x="350" y="76"/>
                  </a:cxn>
                  <a:cxn ang="0">
                    <a:pos x="350" y="85"/>
                  </a:cxn>
                  <a:cxn ang="0">
                    <a:pos x="349" y="93"/>
                  </a:cxn>
                  <a:cxn ang="0">
                    <a:pos x="346" y="103"/>
                  </a:cxn>
                  <a:cxn ang="0">
                    <a:pos x="342" y="112"/>
                  </a:cxn>
                  <a:cxn ang="0">
                    <a:pos x="336" y="120"/>
                  </a:cxn>
                  <a:cxn ang="0">
                    <a:pos x="329" y="129"/>
                  </a:cxn>
                  <a:cxn ang="0">
                    <a:pos x="320" y="136"/>
                  </a:cxn>
                  <a:cxn ang="0">
                    <a:pos x="309" y="144"/>
                  </a:cxn>
                  <a:cxn ang="0">
                    <a:pos x="296" y="149"/>
                  </a:cxn>
                  <a:cxn ang="0">
                    <a:pos x="281" y="154"/>
                  </a:cxn>
                  <a:cxn ang="0">
                    <a:pos x="264" y="157"/>
                  </a:cxn>
                  <a:cxn ang="0">
                    <a:pos x="244" y="159"/>
                  </a:cxn>
                  <a:cxn ang="0">
                    <a:pos x="222" y="159"/>
                  </a:cxn>
                  <a:cxn ang="0">
                    <a:pos x="192" y="156"/>
                  </a:cxn>
                  <a:cxn ang="0">
                    <a:pos x="163" y="152"/>
                  </a:cxn>
                  <a:cxn ang="0">
                    <a:pos x="138" y="147"/>
                  </a:cxn>
                  <a:cxn ang="0">
                    <a:pos x="114" y="141"/>
                  </a:cxn>
                  <a:cxn ang="0">
                    <a:pos x="92" y="133"/>
                  </a:cxn>
                  <a:cxn ang="0">
                    <a:pos x="73" y="126"/>
                  </a:cxn>
                  <a:cxn ang="0">
                    <a:pos x="56" y="119"/>
                  </a:cxn>
                  <a:cxn ang="0">
                    <a:pos x="41" y="111"/>
                  </a:cxn>
                  <a:cxn ang="0">
                    <a:pos x="29" y="104"/>
                  </a:cxn>
                  <a:cxn ang="0">
                    <a:pos x="18" y="98"/>
                  </a:cxn>
                  <a:cxn ang="0">
                    <a:pos x="11" y="93"/>
                  </a:cxn>
                  <a:cxn ang="0">
                    <a:pos x="5" y="88"/>
                  </a:cxn>
                  <a:cxn ang="0">
                    <a:pos x="2" y="86"/>
                  </a:cxn>
                  <a:cxn ang="0">
                    <a:pos x="0" y="85"/>
                  </a:cxn>
                  <a:cxn ang="0">
                    <a:pos x="28" y="92"/>
                  </a:cxn>
                  <a:cxn ang="0">
                    <a:pos x="54" y="96"/>
                  </a:cxn>
                  <a:cxn ang="0">
                    <a:pos x="78" y="98"/>
                  </a:cxn>
                  <a:cxn ang="0">
                    <a:pos x="100" y="98"/>
                  </a:cxn>
                  <a:cxn ang="0">
                    <a:pos x="120" y="96"/>
                  </a:cxn>
                  <a:cxn ang="0">
                    <a:pos x="140" y="93"/>
                  </a:cxn>
                  <a:cxn ang="0">
                    <a:pos x="157" y="88"/>
                  </a:cxn>
                  <a:cxn ang="0">
                    <a:pos x="173" y="82"/>
                  </a:cxn>
                  <a:cxn ang="0">
                    <a:pos x="188" y="76"/>
                  </a:cxn>
                  <a:cxn ang="0">
                    <a:pos x="201" y="68"/>
                  </a:cxn>
                  <a:cxn ang="0">
                    <a:pos x="213" y="60"/>
                  </a:cxn>
                  <a:cxn ang="0">
                    <a:pos x="223" y="52"/>
                  </a:cxn>
                  <a:cxn ang="0">
                    <a:pos x="232" y="44"/>
                  </a:cxn>
                  <a:cxn ang="0">
                    <a:pos x="240" y="35"/>
                  </a:cxn>
                  <a:cxn ang="0">
                    <a:pos x="247" y="27"/>
                  </a:cxn>
                  <a:cxn ang="0">
                    <a:pos x="253" y="20"/>
                  </a:cxn>
                  <a:cxn ang="0">
                    <a:pos x="258" y="13"/>
                  </a:cxn>
                  <a:cxn ang="0">
                    <a:pos x="261" y="8"/>
                  </a:cxn>
                  <a:cxn ang="0">
                    <a:pos x="263" y="4"/>
                  </a:cxn>
                  <a:cxn ang="0">
                    <a:pos x="265" y="0"/>
                  </a:cxn>
                </a:cxnLst>
                <a:rect l="0" t="0" r="r" b="b"/>
                <a:pathLst>
                  <a:path w="350" h="159">
                    <a:moveTo>
                      <a:pt x="265" y="0"/>
                    </a:moveTo>
                    <a:lnTo>
                      <a:pt x="267" y="1"/>
                    </a:lnTo>
                    <a:lnTo>
                      <a:pt x="272" y="3"/>
                    </a:lnTo>
                    <a:lnTo>
                      <a:pt x="279" y="5"/>
                    </a:lnTo>
                    <a:lnTo>
                      <a:pt x="288" y="9"/>
                    </a:lnTo>
                    <a:lnTo>
                      <a:pt x="298" y="15"/>
                    </a:lnTo>
                    <a:lnTo>
                      <a:pt x="309" y="20"/>
                    </a:lnTo>
                    <a:lnTo>
                      <a:pt x="320" y="28"/>
                    </a:lnTo>
                    <a:lnTo>
                      <a:pt x="329" y="36"/>
                    </a:lnTo>
                    <a:lnTo>
                      <a:pt x="339" y="45"/>
                    </a:lnTo>
                    <a:lnTo>
                      <a:pt x="345" y="56"/>
                    </a:lnTo>
                    <a:lnTo>
                      <a:pt x="349" y="68"/>
                    </a:lnTo>
                    <a:lnTo>
                      <a:pt x="350" y="76"/>
                    </a:lnTo>
                    <a:lnTo>
                      <a:pt x="350" y="85"/>
                    </a:lnTo>
                    <a:lnTo>
                      <a:pt x="349" y="93"/>
                    </a:lnTo>
                    <a:lnTo>
                      <a:pt x="346" y="103"/>
                    </a:lnTo>
                    <a:lnTo>
                      <a:pt x="342" y="112"/>
                    </a:lnTo>
                    <a:lnTo>
                      <a:pt x="336" y="120"/>
                    </a:lnTo>
                    <a:lnTo>
                      <a:pt x="329" y="129"/>
                    </a:lnTo>
                    <a:lnTo>
                      <a:pt x="320" y="136"/>
                    </a:lnTo>
                    <a:lnTo>
                      <a:pt x="309" y="144"/>
                    </a:lnTo>
                    <a:lnTo>
                      <a:pt x="296" y="149"/>
                    </a:lnTo>
                    <a:lnTo>
                      <a:pt x="281" y="154"/>
                    </a:lnTo>
                    <a:lnTo>
                      <a:pt x="264" y="157"/>
                    </a:lnTo>
                    <a:lnTo>
                      <a:pt x="244" y="159"/>
                    </a:lnTo>
                    <a:lnTo>
                      <a:pt x="222" y="159"/>
                    </a:lnTo>
                    <a:lnTo>
                      <a:pt x="192" y="156"/>
                    </a:lnTo>
                    <a:lnTo>
                      <a:pt x="163" y="152"/>
                    </a:lnTo>
                    <a:lnTo>
                      <a:pt x="138" y="147"/>
                    </a:lnTo>
                    <a:lnTo>
                      <a:pt x="114" y="141"/>
                    </a:lnTo>
                    <a:lnTo>
                      <a:pt x="92" y="133"/>
                    </a:lnTo>
                    <a:lnTo>
                      <a:pt x="73" y="126"/>
                    </a:lnTo>
                    <a:lnTo>
                      <a:pt x="56" y="119"/>
                    </a:lnTo>
                    <a:lnTo>
                      <a:pt x="41" y="111"/>
                    </a:lnTo>
                    <a:lnTo>
                      <a:pt x="29" y="104"/>
                    </a:lnTo>
                    <a:lnTo>
                      <a:pt x="18" y="98"/>
                    </a:lnTo>
                    <a:lnTo>
                      <a:pt x="11" y="93"/>
                    </a:lnTo>
                    <a:lnTo>
                      <a:pt x="5" y="88"/>
                    </a:lnTo>
                    <a:lnTo>
                      <a:pt x="2" y="86"/>
                    </a:lnTo>
                    <a:lnTo>
                      <a:pt x="0" y="85"/>
                    </a:lnTo>
                    <a:lnTo>
                      <a:pt x="28" y="92"/>
                    </a:lnTo>
                    <a:lnTo>
                      <a:pt x="54" y="96"/>
                    </a:lnTo>
                    <a:lnTo>
                      <a:pt x="78" y="98"/>
                    </a:lnTo>
                    <a:lnTo>
                      <a:pt x="100" y="98"/>
                    </a:lnTo>
                    <a:lnTo>
                      <a:pt x="120" y="96"/>
                    </a:lnTo>
                    <a:lnTo>
                      <a:pt x="140" y="93"/>
                    </a:lnTo>
                    <a:lnTo>
                      <a:pt x="157" y="88"/>
                    </a:lnTo>
                    <a:lnTo>
                      <a:pt x="173" y="82"/>
                    </a:lnTo>
                    <a:lnTo>
                      <a:pt x="188" y="76"/>
                    </a:lnTo>
                    <a:lnTo>
                      <a:pt x="201" y="68"/>
                    </a:lnTo>
                    <a:lnTo>
                      <a:pt x="213" y="60"/>
                    </a:lnTo>
                    <a:lnTo>
                      <a:pt x="223" y="52"/>
                    </a:lnTo>
                    <a:lnTo>
                      <a:pt x="232" y="44"/>
                    </a:lnTo>
                    <a:lnTo>
                      <a:pt x="240" y="35"/>
                    </a:lnTo>
                    <a:lnTo>
                      <a:pt x="247" y="27"/>
                    </a:lnTo>
                    <a:lnTo>
                      <a:pt x="253" y="20"/>
                    </a:lnTo>
                    <a:lnTo>
                      <a:pt x="258" y="13"/>
                    </a:lnTo>
                    <a:lnTo>
                      <a:pt x="261" y="8"/>
                    </a:lnTo>
                    <a:lnTo>
                      <a:pt x="263" y="4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4" name="Freeform 30"/>
              <p:cNvSpPr>
                <a:spLocks/>
              </p:cNvSpPr>
              <p:nvPr/>
            </p:nvSpPr>
            <p:spPr bwMode="auto">
              <a:xfrm>
                <a:off x="9097963" y="2516188"/>
                <a:ext cx="223837" cy="131763"/>
              </a:xfrm>
              <a:custGeom>
                <a:avLst/>
                <a:gdLst/>
                <a:ahLst/>
                <a:cxnLst>
                  <a:cxn ang="0">
                    <a:pos x="140" y="0"/>
                  </a:cxn>
                  <a:cxn ang="0">
                    <a:pos x="140" y="3"/>
                  </a:cxn>
                  <a:cxn ang="0">
                    <a:pos x="141" y="7"/>
                  </a:cxn>
                  <a:cxn ang="0">
                    <a:pos x="140" y="11"/>
                  </a:cxn>
                  <a:cxn ang="0">
                    <a:pos x="140" y="17"/>
                  </a:cxn>
                  <a:cxn ang="0">
                    <a:pos x="139" y="23"/>
                  </a:cxn>
                  <a:cxn ang="0">
                    <a:pos x="137" y="30"/>
                  </a:cxn>
                  <a:cxn ang="0">
                    <a:pos x="135" y="37"/>
                  </a:cxn>
                  <a:cxn ang="0">
                    <a:pos x="131" y="44"/>
                  </a:cxn>
                  <a:cxn ang="0">
                    <a:pos x="126" y="51"/>
                  </a:cxn>
                  <a:cxn ang="0">
                    <a:pos x="119" y="57"/>
                  </a:cxn>
                  <a:cxn ang="0">
                    <a:pos x="112" y="64"/>
                  </a:cxn>
                  <a:cxn ang="0">
                    <a:pos x="102" y="70"/>
                  </a:cxn>
                  <a:cxn ang="0">
                    <a:pos x="91" y="75"/>
                  </a:cxn>
                  <a:cxn ang="0">
                    <a:pos x="77" y="78"/>
                  </a:cxn>
                  <a:cxn ang="0">
                    <a:pos x="61" y="81"/>
                  </a:cxn>
                  <a:cxn ang="0">
                    <a:pos x="44" y="83"/>
                  </a:cxn>
                  <a:cxn ang="0">
                    <a:pos x="23" y="82"/>
                  </a:cxn>
                  <a:cxn ang="0">
                    <a:pos x="0" y="80"/>
                  </a:cxn>
                  <a:cxn ang="0">
                    <a:pos x="19" y="80"/>
                  </a:cxn>
                  <a:cxn ang="0">
                    <a:pos x="28" y="80"/>
                  </a:cxn>
                  <a:cxn ang="0">
                    <a:pos x="39" y="79"/>
                  </a:cxn>
                  <a:cxn ang="0">
                    <a:pos x="50" y="77"/>
                  </a:cxn>
                  <a:cxn ang="0">
                    <a:pos x="62" y="75"/>
                  </a:cxn>
                  <a:cxn ang="0">
                    <a:pos x="74" y="72"/>
                  </a:cxn>
                  <a:cxn ang="0">
                    <a:pos x="86" y="68"/>
                  </a:cxn>
                  <a:cxn ang="0">
                    <a:pos x="98" y="62"/>
                  </a:cxn>
                  <a:cxn ang="0">
                    <a:pos x="108" y="56"/>
                  </a:cxn>
                  <a:cxn ang="0">
                    <a:pos x="118" y="48"/>
                  </a:cxn>
                  <a:cxn ang="0">
                    <a:pos x="127" y="38"/>
                  </a:cxn>
                  <a:cxn ang="0">
                    <a:pos x="133" y="28"/>
                  </a:cxn>
                  <a:cxn ang="0">
                    <a:pos x="138" y="15"/>
                  </a:cxn>
                  <a:cxn ang="0">
                    <a:pos x="140" y="0"/>
                  </a:cxn>
                </a:cxnLst>
                <a:rect l="0" t="0" r="r" b="b"/>
                <a:pathLst>
                  <a:path w="141" h="83">
                    <a:moveTo>
                      <a:pt x="140" y="0"/>
                    </a:moveTo>
                    <a:lnTo>
                      <a:pt x="140" y="3"/>
                    </a:lnTo>
                    <a:lnTo>
                      <a:pt x="141" y="7"/>
                    </a:lnTo>
                    <a:lnTo>
                      <a:pt x="140" y="11"/>
                    </a:lnTo>
                    <a:lnTo>
                      <a:pt x="140" y="17"/>
                    </a:lnTo>
                    <a:lnTo>
                      <a:pt x="139" y="23"/>
                    </a:lnTo>
                    <a:lnTo>
                      <a:pt x="137" y="30"/>
                    </a:lnTo>
                    <a:lnTo>
                      <a:pt x="135" y="37"/>
                    </a:lnTo>
                    <a:lnTo>
                      <a:pt x="131" y="44"/>
                    </a:lnTo>
                    <a:lnTo>
                      <a:pt x="126" y="51"/>
                    </a:lnTo>
                    <a:lnTo>
                      <a:pt x="119" y="57"/>
                    </a:lnTo>
                    <a:lnTo>
                      <a:pt x="112" y="64"/>
                    </a:lnTo>
                    <a:lnTo>
                      <a:pt x="102" y="70"/>
                    </a:lnTo>
                    <a:lnTo>
                      <a:pt x="91" y="75"/>
                    </a:lnTo>
                    <a:lnTo>
                      <a:pt x="77" y="78"/>
                    </a:lnTo>
                    <a:lnTo>
                      <a:pt x="61" y="81"/>
                    </a:lnTo>
                    <a:lnTo>
                      <a:pt x="44" y="83"/>
                    </a:lnTo>
                    <a:lnTo>
                      <a:pt x="23" y="82"/>
                    </a:lnTo>
                    <a:lnTo>
                      <a:pt x="0" y="80"/>
                    </a:lnTo>
                    <a:lnTo>
                      <a:pt x="19" y="80"/>
                    </a:lnTo>
                    <a:lnTo>
                      <a:pt x="28" y="80"/>
                    </a:lnTo>
                    <a:lnTo>
                      <a:pt x="39" y="79"/>
                    </a:lnTo>
                    <a:lnTo>
                      <a:pt x="50" y="77"/>
                    </a:lnTo>
                    <a:lnTo>
                      <a:pt x="62" y="75"/>
                    </a:lnTo>
                    <a:lnTo>
                      <a:pt x="74" y="72"/>
                    </a:lnTo>
                    <a:lnTo>
                      <a:pt x="86" y="68"/>
                    </a:lnTo>
                    <a:lnTo>
                      <a:pt x="98" y="62"/>
                    </a:lnTo>
                    <a:lnTo>
                      <a:pt x="108" y="56"/>
                    </a:lnTo>
                    <a:lnTo>
                      <a:pt x="118" y="48"/>
                    </a:lnTo>
                    <a:lnTo>
                      <a:pt x="127" y="38"/>
                    </a:lnTo>
                    <a:lnTo>
                      <a:pt x="133" y="28"/>
                    </a:lnTo>
                    <a:lnTo>
                      <a:pt x="138" y="1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A6B8B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5" name="Freeform 31"/>
              <p:cNvSpPr>
                <a:spLocks/>
              </p:cNvSpPr>
              <p:nvPr/>
            </p:nvSpPr>
            <p:spPr bwMode="auto">
              <a:xfrm>
                <a:off x="9020175" y="3263900"/>
                <a:ext cx="171450" cy="104775"/>
              </a:xfrm>
              <a:custGeom>
                <a:avLst/>
                <a:gdLst/>
                <a:ahLst/>
                <a:cxnLst>
                  <a:cxn ang="0">
                    <a:pos x="108" y="0"/>
                  </a:cxn>
                  <a:cxn ang="0">
                    <a:pos x="85" y="65"/>
                  </a:cxn>
                  <a:cxn ang="0">
                    <a:pos x="56" y="66"/>
                  </a:cxn>
                  <a:cxn ang="0">
                    <a:pos x="0" y="5"/>
                  </a:cxn>
                  <a:cxn ang="0">
                    <a:pos x="34" y="4"/>
                  </a:cxn>
                  <a:cxn ang="0">
                    <a:pos x="70" y="2"/>
                  </a:cxn>
                  <a:cxn ang="0">
                    <a:pos x="108" y="0"/>
                  </a:cxn>
                </a:cxnLst>
                <a:rect l="0" t="0" r="r" b="b"/>
                <a:pathLst>
                  <a:path w="108" h="66">
                    <a:moveTo>
                      <a:pt x="108" y="0"/>
                    </a:moveTo>
                    <a:lnTo>
                      <a:pt x="85" y="65"/>
                    </a:lnTo>
                    <a:lnTo>
                      <a:pt x="56" y="66"/>
                    </a:lnTo>
                    <a:lnTo>
                      <a:pt x="0" y="5"/>
                    </a:lnTo>
                    <a:lnTo>
                      <a:pt x="34" y="4"/>
                    </a:lnTo>
                    <a:lnTo>
                      <a:pt x="70" y="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DA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6" name="Freeform 32"/>
              <p:cNvSpPr>
                <a:spLocks/>
              </p:cNvSpPr>
              <p:nvPr/>
            </p:nvSpPr>
            <p:spPr bwMode="auto">
              <a:xfrm>
                <a:off x="9093200" y="3349625"/>
                <a:ext cx="147637" cy="61436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4" y="27"/>
                  </a:cxn>
                  <a:cxn ang="0">
                    <a:pos x="51" y="54"/>
                  </a:cxn>
                  <a:cxn ang="0">
                    <a:pos x="58" y="81"/>
                  </a:cxn>
                  <a:cxn ang="0">
                    <a:pos x="63" y="110"/>
                  </a:cxn>
                  <a:cxn ang="0">
                    <a:pos x="69" y="137"/>
                  </a:cxn>
                  <a:cxn ang="0">
                    <a:pos x="73" y="165"/>
                  </a:cxn>
                  <a:cxn ang="0">
                    <a:pos x="77" y="191"/>
                  </a:cxn>
                  <a:cxn ang="0">
                    <a:pos x="81" y="217"/>
                  </a:cxn>
                  <a:cxn ang="0">
                    <a:pos x="84" y="240"/>
                  </a:cxn>
                  <a:cxn ang="0">
                    <a:pos x="87" y="262"/>
                  </a:cxn>
                  <a:cxn ang="0">
                    <a:pos x="88" y="281"/>
                  </a:cxn>
                  <a:cxn ang="0">
                    <a:pos x="90" y="298"/>
                  </a:cxn>
                  <a:cxn ang="0">
                    <a:pos x="91" y="311"/>
                  </a:cxn>
                  <a:cxn ang="0">
                    <a:pos x="92" y="321"/>
                  </a:cxn>
                  <a:cxn ang="0">
                    <a:pos x="93" y="327"/>
                  </a:cxn>
                  <a:cxn ang="0">
                    <a:pos x="93" y="330"/>
                  </a:cxn>
                  <a:cxn ang="0">
                    <a:pos x="50" y="387"/>
                  </a:cxn>
                  <a:cxn ang="0">
                    <a:pos x="0" y="332"/>
                  </a:cxn>
                  <a:cxn ang="0">
                    <a:pos x="3" y="311"/>
                  </a:cxn>
                  <a:cxn ang="0">
                    <a:pos x="5" y="289"/>
                  </a:cxn>
                  <a:cxn ang="0">
                    <a:pos x="7" y="265"/>
                  </a:cxn>
                  <a:cxn ang="0">
                    <a:pos x="8" y="241"/>
                  </a:cxn>
                  <a:cxn ang="0">
                    <a:pos x="10" y="215"/>
                  </a:cxn>
                  <a:cxn ang="0">
                    <a:pos x="11" y="190"/>
                  </a:cxn>
                  <a:cxn ang="0">
                    <a:pos x="11" y="164"/>
                  </a:cxn>
                  <a:cxn ang="0">
                    <a:pos x="12" y="139"/>
                  </a:cxn>
                  <a:cxn ang="0">
                    <a:pos x="12" y="52"/>
                  </a:cxn>
                  <a:cxn ang="0">
                    <a:pos x="11" y="35"/>
                  </a:cxn>
                  <a:cxn ang="0">
                    <a:pos x="11" y="22"/>
                  </a:cxn>
                  <a:cxn ang="0">
                    <a:pos x="10" y="12"/>
                  </a:cxn>
                  <a:cxn ang="0">
                    <a:pos x="10" y="3"/>
                  </a:cxn>
                  <a:cxn ang="0">
                    <a:pos x="36" y="0"/>
                  </a:cxn>
                </a:cxnLst>
                <a:rect l="0" t="0" r="r" b="b"/>
                <a:pathLst>
                  <a:path w="93" h="387">
                    <a:moveTo>
                      <a:pt x="36" y="0"/>
                    </a:moveTo>
                    <a:lnTo>
                      <a:pt x="44" y="27"/>
                    </a:lnTo>
                    <a:lnTo>
                      <a:pt x="51" y="54"/>
                    </a:lnTo>
                    <a:lnTo>
                      <a:pt x="58" y="81"/>
                    </a:lnTo>
                    <a:lnTo>
                      <a:pt x="63" y="110"/>
                    </a:lnTo>
                    <a:lnTo>
                      <a:pt x="69" y="137"/>
                    </a:lnTo>
                    <a:lnTo>
                      <a:pt x="73" y="165"/>
                    </a:lnTo>
                    <a:lnTo>
                      <a:pt x="77" y="191"/>
                    </a:lnTo>
                    <a:lnTo>
                      <a:pt x="81" y="217"/>
                    </a:lnTo>
                    <a:lnTo>
                      <a:pt x="84" y="240"/>
                    </a:lnTo>
                    <a:lnTo>
                      <a:pt x="87" y="262"/>
                    </a:lnTo>
                    <a:lnTo>
                      <a:pt x="88" y="281"/>
                    </a:lnTo>
                    <a:lnTo>
                      <a:pt x="90" y="298"/>
                    </a:lnTo>
                    <a:lnTo>
                      <a:pt x="91" y="311"/>
                    </a:lnTo>
                    <a:lnTo>
                      <a:pt x="92" y="321"/>
                    </a:lnTo>
                    <a:lnTo>
                      <a:pt x="93" y="327"/>
                    </a:lnTo>
                    <a:lnTo>
                      <a:pt x="93" y="330"/>
                    </a:lnTo>
                    <a:lnTo>
                      <a:pt x="50" y="387"/>
                    </a:lnTo>
                    <a:lnTo>
                      <a:pt x="0" y="332"/>
                    </a:lnTo>
                    <a:lnTo>
                      <a:pt x="3" y="311"/>
                    </a:lnTo>
                    <a:lnTo>
                      <a:pt x="5" y="289"/>
                    </a:lnTo>
                    <a:lnTo>
                      <a:pt x="7" y="265"/>
                    </a:lnTo>
                    <a:lnTo>
                      <a:pt x="8" y="241"/>
                    </a:lnTo>
                    <a:lnTo>
                      <a:pt x="10" y="215"/>
                    </a:lnTo>
                    <a:lnTo>
                      <a:pt x="11" y="190"/>
                    </a:lnTo>
                    <a:lnTo>
                      <a:pt x="11" y="164"/>
                    </a:lnTo>
                    <a:lnTo>
                      <a:pt x="12" y="139"/>
                    </a:lnTo>
                    <a:lnTo>
                      <a:pt x="12" y="52"/>
                    </a:lnTo>
                    <a:lnTo>
                      <a:pt x="11" y="35"/>
                    </a:lnTo>
                    <a:lnTo>
                      <a:pt x="11" y="22"/>
                    </a:lnTo>
                    <a:lnTo>
                      <a:pt x="10" y="12"/>
                    </a:lnTo>
                    <a:lnTo>
                      <a:pt x="10" y="3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DA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7" name="Freeform 33"/>
              <p:cNvSpPr>
                <a:spLocks/>
              </p:cNvSpPr>
              <p:nvPr/>
            </p:nvSpPr>
            <p:spPr bwMode="auto">
              <a:xfrm>
                <a:off x="9240838" y="3260725"/>
                <a:ext cx="179387" cy="8477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3" y="11"/>
                  </a:cxn>
                  <a:cxn ang="0">
                    <a:pos x="113" y="529"/>
                  </a:cxn>
                  <a:cxn ang="0">
                    <a:pos x="47" y="534"/>
                  </a:cxn>
                  <a:cxn ang="0">
                    <a:pos x="46" y="524"/>
                  </a:cxn>
                  <a:cxn ang="0">
                    <a:pos x="46" y="511"/>
                  </a:cxn>
                  <a:cxn ang="0">
                    <a:pos x="45" y="495"/>
                  </a:cxn>
                  <a:cxn ang="0">
                    <a:pos x="43" y="475"/>
                  </a:cxn>
                  <a:cxn ang="0">
                    <a:pos x="41" y="452"/>
                  </a:cxn>
                  <a:cxn ang="0">
                    <a:pos x="38" y="427"/>
                  </a:cxn>
                  <a:cxn ang="0">
                    <a:pos x="36" y="399"/>
                  </a:cxn>
                  <a:cxn ang="0">
                    <a:pos x="34" y="368"/>
                  </a:cxn>
                  <a:cxn ang="0">
                    <a:pos x="31" y="335"/>
                  </a:cxn>
                  <a:cxn ang="0">
                    <a:pos x="29" y="301"/>
                  </a:cxn>
                  <a:cxn ang="0">
                    <a:pos x="26" y="266"/>
                  </a:cxn>
                  <a:cxn ang="0">
                    <a:pos x="23" y="233"/>
                  </a:cxn>
                  <a:cxn ang="0">
                    <a:pos x="21" y="200"/>
                  </a:cxn>
                  <a:cxn ang="0">
                    <a:pos x="18" y="169"/>
                  </a:cxn>
                  <a:cxn ang="0">
                    <a:pos x="15" y="140"/>
                  </a:cxn>
                  <a:cxn ang="0">
                    <a:pos x="13" y="113"/>
                  </a:cxn>
                  <a:cxn ang="0">
                    <a:pos x="10" y="89"/>
                  </a:cxn>
                  <a:cxn ang="0">
                    <a:pos x="8" y="67"/>
                  </a:cxn>
                  <a:cxn ang="0">
                    <a:pos x="6" y="47"/>
                  </a:cxn>
                  <a:cxn ang="0">
                    <a:pos x="4" y="31"/>
                  </a:cxn>
                  <a:cxn ang="0">
                    <a:pos x="2" y="18"/>
                  </a:cxn>
                  <a:cxn ang="0">
                    <a:pos x="2" y="8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113" h="534">
                    <a:moveTo>
                      <a:pt x="0" y="0"/>
                    </a:moveTo>
                    <a:lnTo>
                      <a:pt x="53" y="11"/>
                    </a:lnTo>
                    <a:lnTo>
                      <a:pt x="113" y="529"/>
                    </a:lnTo>
                    <a:lnTo>
                      <a:pt x="47" y="534"/>
                    </a:lnTo>
                    <a:lnTo>
                      <a:pt x="46" y="524"/>
                    </a:lnTo>
                    <a:lnTo>
                      <a:pt x="46" y="511"/>
                    </a:lnTo>
                    <a:lnTo>
                      <a:pt x="45" y="495"/>
                    </a:lnTo>
                    <a:lnTo>
                      <a:pt x="43" y="475"/>
                    </a:lnTo>
                    <a:lnTo>
                      <a:pt x="41" y="452"/>
                    </a:lnTo>
                    <a:lnTo>
                      <a:pt x="38" y="427"/>
                    </a:lnTo>
                    <a:lnTo>
                      <a:pt x="36" y="399"/>
                    </a:lnTo>
                    <a:lnTo>
                      <a:pt x="34" y="368"/>
                    </a:lnTo>
                    <a:lnTo>
                      <a:pt x="31" y="335"/>
                    </a:lnTo>
                    <a:lnTo>
                      <a:pt x="29" y="301"/>
                    </a:lnTo>
                    <a:lnTo>
                      <a:pt x="26" y="266"/>
                    </a:lnTo>
                    <a:lnTo>
                      <a:pt x="23" y="233"/>
                    </a:lnTo>
                    <a:lnTo>
                      <a:pt x="21" y="200"/>
                    </a:lnTo>
                    <a:lnTo>
                      <a:pt x="18" y="169"/>
                    </a:lnTo>
                    <a:lnTo>
                      <a:pt x="15" y="140"/>
                    </a:lnTo>
                    <a:lnTo>
                      <a:pt x="13" y="113"/>
                    </a:lnTo>
                    <a:lnTo>
                      <a:pt x="10" y="89"/>
                    </a:lnTo>
                    <a:lnTo>
                      <a:pt x="8" y="67"/>
                    </a:lnTo>
                    <a:lnTo>
                      <a:pt x="6" y="47"/>
                    </a:lnTo>
                    <a:lnTo>
                      <a:pt x="4" y="31"/>
                    </a:lnTo>
                    <a:lnTo>
                      <a:pt x="2" y="18"/>
                    </a:lnTo>
                    <a:lnTo>
                      <a:pt x="2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ED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8" name="Freeform 34"/>
              <p:cNvSpPr>
                <a:spLocks/>
              </p:cNvSpPr>
              <p:nvPr/>
            </p:nvSpPr>
            <p:spPr bwMode="auto">
              <a:xfrm>
                <a:off x="9758363" y="3627438"/>
                <a:ext cx="163512" cy="1603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52" y="14"/>
                  </a:cxn>
                  <a:cxn ang="0">
                    <a:pos x="52" y="30"/>
                  </a:cxn>
                  <a:cxn ang="0">
                    <a:pos x="52" y="48"/>
                  </a:cxn>
                  <a:cxn ang="0">
                    <a:pos x="50" y="66"/>
                  </a:cxn>
                  <a:cxn ang="0">
                    <a:pos x="46" y="84"/>
                  </a:cxn>
                  <a:cxn ang="0">
                    <a:pos x="48" y="84"/>
                  </a:cxn>
                  <a:cxn ang="0">
                    <a:pos x="64" y="81"/>
                  </a:cxn>
                  <a:cxn ang="0">
                    <a:pos x="75" y="77"/>
                  </a:cxn>
                  <a:cxn ang="0">
                    <a:pos x="88" y="70"/>
                  </a:cxn>
                  <a:cxn ang="0">
                    <a:pos x="103" y="60"/>
                  </a:cxn>
                  <a:cxn ang="0">
                    <a:pos x="97" y="67"/>
                  </a:cxn>
                  <a:cxn ang="0">
                    <a:pos x="90" y="74"/>
                  </a:cxn>
                  <a:cxn ang="0">
                    <a:pos x="81" y="80"/>
                  </a:cxn>
                  <a:cxn ang="0">
                    <a:pos x="70" y="87"/>
                  </a:cxn>
                  <a:cxn ang="0">
                    <a:pos x="56" y="92"/>
                  </a:cxn>
                  <a:cxn ang="0">
                    <a:pos x="40" y="96"/>
                  </a:cxn>
                  <a:cxn ang="0">
                    <a:pos x="22" y="99"/>
                  </a:cxn>
                  <a:cxn ang="0">
                    <a:pos x="0" y="101"/>
                  </a:cxn>
                  <a:cxn ang="0">
                    <a:pos x="11" y="0"/>
                  </a:cxn>
                </a:cxnLst>
                <a:rect l="0" t="0" r="r" b="b"/>
                <a:pathLst>
                  <a:path w="103" h="101">
                    <a:moveTo>
                      <a:pt x="11" y="0"/>
                    </a:moveTo>
                    <a:lnTo>
                      <a:pt x="38" y="0"/>
                    </a:lnTo>
                    <a:lnTo>
                      <a:pt x="51" y="1"/>
                    </a:lnTo>
                    <a:lnTo>
                      <a:pt x="52" y="14"/>
                    </a:lnTo>
                    <a:lnTo>
                      <a:pt x="52" y="30"/>
                    </a:lnTo>
                    <a:lnTo>
                      <a:pt x="52" y="48"/>
                    </a:lnTo>
                    <a:lnTo>
                      <a:pt x="50" y="66"/>
                    </a:lnTo>
                    <a:lnTo>
                      <a:pt x="46" y="84"/>
                    </a:lnTo>
                    <a:lnTo>
                      <a:pt x="48" y="84"/>
                    </a:lnTo>
                    <a:lnTo>
                      <a:pt x="64" y="81"/>
                    </a:lnTo>
                    <a:lnTo>
                      <a:pt x="75" y="77"/>
                    </a:lnTo>
                    <a:lnTo>
                      <a:pt x="88" y="70"/>
                    </a:lnTo>
                    <a:lnTo>
                      <a:pt x="103" y="60"/>
                    </a:lnTo>
                    <a:lnTo>
                      <a:pt x="97" y="67"/>
                    </a:lnTo>
                    <a:lnTo>
                      <a:pt x="90" y="74"/>
                    </a:lnTo>
                    <a:lnTo>
                      <a:pt x="81" y="80"/>
                    </a:lnTo>
                    <a:lnTo>
                      <a:pt x="70" y="87"/>
                    </a:lnTo>
                    <a:lnTo>
                      <a:pt x="56" y="92"/>
                    </a:lnTo>
                    <a:lnTo>
                      <a:pt x="40" y="96"/>
                    </a:lnTo>
                    <a:lnTo>
                      <a:pt x="22" y="99"/>
                    </a:lnTo>
                    <a:lnTo>
                      <a:pt x="0" y="10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9" name="Freeform 35"/>
              <p:cNvSpPr>
                <a:spLocks/>
              </p:cNvSpPr>
              <p:nvPr/>
            </p:nvSpPr>
            <p:spPr bwMode="auto">
              <a:xfrm>
                <a:off x="9317038" y="4105275"/>
                <a:ext cx="39687" cy="60325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1"/>
                  </a:cxn>
                  <a:cxn ang="0">
                    <a:pos x="23" y="6"/>
                  </a:cxn>
                  <a:cxn ang="0">
                    <a:pos x="23" y="13"/>
                  </a:cxn>
                  <a:cxn ang="0">
                    <a:pos x="24" y="23"/>
                  </a:cxn>
                  <a:cxn ang="0">
                    <a:pos x="25" y="35"/>
                  </a:cxn>
                  <a:cxn ang="0">
                    <a:pos x="16" y="37"/>
                  </a:cxn>
                  <a:cxn ang="0">
                    <a:pos x="8" y="37"/>
                  </a:cxn>
                  <a:cxn ang="0">
                    <a:pos x="2" y="38"/>
                  </a:cxn>
                  <a:cxn ang="0">
                    <a:pos x="2" y="35"/>
                  </a:cxn>
                  <a:cxn ang="0">
                    <a:pos x="2" y="32"/>
                  </a:cxn>
                  <a:cxn ang="0">
                    <a:pos x="2" y="25"/>
                  </a:cxn>
                  <a:cxn ang="0">
                    <a:pos x="1" y="16"/>
                  </a:cxn>
                  <a:cxn ang="0">
                    <a:pos x="0" y="3"/>
                  </a:cxn>
                  <a:cxn ang="0">
                    <a:pos x="11" y="2"/>
                  </a:cxn>
                  <a:cxn ang="0">
                    <a:pos x="22" y="0"/>
                  </a:cxn>
                </a:cxnLst>
                <a:rect l="0" t="0" r="r" b="b"/>
                <a:pathLst>
                  <a:path w="25" h="38">
                    <a:moveTo>
                      <a:pt x="22" y="0"/>
                    </a:moveTo>
                    <a:lnTo>
                      <a:pt x="22" y="1"/>
                    </a:lnTo>
                    <a:lnTo>
                      <a:pt x="23" y="6"/>
                    </a:lnTo>
                    <a:lnTo>
                      <a:pt x="23" y="13"/>
                    </a:lnTo>
                    <a:lnTo>
                      <a:pt x="24" y="23"/>
                    </a:lnTo>
                    <a:lnTo>
                      <a:pt x="25" y="35"/>
                    </a:lnTo>
                    <a:lnTo>
                      <a:pt x="16" y="37"/>
                    </a:lnTo>
                    <a:lnTo>
                      <a:pt x="8" y="37"/>
                    </a:lnTo>
                    <a:lnTo>
                      <a:pt x="2" y="38"/>
                    </a:lnTo>
                    <a:lnTo>
                      <a:pt x="2" y="35"/>
                    </a:lnTo>
                    <a:lnTo>
                      <a:pt x="2" y="32"/>
                    </a:lnTo>
                    <a:lnTo>
                      <a:pt x="2" y="25"/>
                    </a:lnTo>
                    <a:lnTo>
                      <a:pt x="1" y="16"/>
                    </a:lnTo>
                    <a:lnTo>
                      <a:pt x="0" y="3"/>
                    </a:lnTo>
                    <a:lnTo>
                      <a:pt x="11" y="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0" name="Freeform 36"/>
              <p:cNvSpPr>
                <a:spLocks/>
              </p:cNvSpPr>
              <p:nvPr/>
            </p:nvSpPr>
            <p:spPr bwMode="auto">
              <a:xfrm>
                <a:off x="9240838" y="3225800"/>
                <a:ext cx="587375" cy="920750"/>
              </a:xfrm>
              <a:custGeom>
                <a:avLst/>
                <a:gdLst/>
                <a:ahLst/>
                <a:cxnLst>
                  <a:cxn ang="0">
                    <a:pos x="112" y="1"/>
                  </a:cxn>
                  <a:cxn ang="0">
                    <a:pos x="119" y="12"/>
                  </a:cxn>
                  <a:cxn ang="0">
                    <a:pos x="131" y="31"/>
                  </a:cxn>
                  <a:cxn ang="0">
                    <a:pos x="149" y="58"/>
                  </a:cxn>
                  <a:cxn ang="0">
                    <a:pos x="169" y="91"/>
                  </a:cxn>
                  <a:cxn ang="0">
                    <a:pos x="193" y="128"/>
                  </a:cxn>
                  <a:cxn ang="0">
                    <a:pos x="220" y="161"/>
                  </a:cxn>
                  <a:cxn ang="0">
                    <a:pos x="253" y="188"/>
                  </a:cxn>
                  <a:cxn ang="0">
                    <a:pos x="292" y="208"/>
                  </a:cxn>
                  <a:cxn ang="0">
                    <a:pos x="342" y="223"/>
                  </a:cxn>
                  <a:cxn ang="0">
                    <a:pos x="370" y="237"/>
                  </a:cxn>
                  <a:cxn ang="0">
                    <a:pos x="370" y="258"/>
                  </a:cxn>
                  <a:cxn ang="0">
                    <a:pos x="368" y="288"/>
                  </a:cxn>
                  <a:cxn ang="0">
                    <a:pos x="364" y="321"/>
                  </a:cxn>
                  <a:cxn ang="0">
                    <a:pos x="359" y="350"/>
                  </a:cxn>
                  <a:cxn ang="0">
                    <a:pos x="351" y="372"/>
                  </a:cxn>
                  <a:cxn ang="0">
                    <a:pos x="343" y="372"/>
                  </a:cxn>
                  <a:cxn ang="0">
                    <a:pos x="324" y="369"/>
                  </a:cxn>
                  <a:cxn ang="0">
                    <a:pos x="297" y="365"/>
                  </a:cxn>
                  <a:cxn ang="0">
                    <a:pos x="267" y="361"/>
                  </a:cxn>
                  <a:cxn ang="0">
                    <a:pos x="237" y="354"/>
                  </a:cxn>
                  <a:cxn ang="0">
                    <a:pos x="214" y="345"/>
                  </a:cxn>
                  <a:cxn ang="0">
                    <a:pos x="197" y="338"/>
                  </a:cxn>
                  <a:cxn ang="0">
                    <a:pos x="176" y="327"/>
                  </a:cxn>
                  <a:cxn ang="0">
                    <a:pos x="161" y="316"/>
                  </a:cxn>
                  <a:cxn ang="0">
                    <a:pos x="142" y="299"/>
                  </a:cxn>
                  <a:cxn ang="0">
                    <a:pos x="134" y="306"/>
                  </a:cxn>
                  <a:cxn ang="0">
                    <a:pos x="145" y="354"/>
                  </a:cxn>
                  <a:cxn ang="0">
                    <a:pos x="156" y="413"/>
                  </a:cxn>
                  <a:cxn ang="0">
                    <a:pos x="164" y="455"/>
                  </a:cxn>
                  <a:cxn ang="0">
                    <a:pos x="171" y="506"/>
                  </a:cxn>
                  <a:cxn ang="0">
                    <a:pos x="173" y="529"/>
                  </a:cxn>
                  <a:cxn ang="0">
                    <a:pos x="176" y="546"/>
                  </a:cxn>
                  <a:cxn ang="0">
                    <a:pos x="176" y="553"/>
                  </a:cxn>
                  <a:cxn ang="0">
                    <a:pos x="170" y="555"/>
                  </a:cxn>
                  <a:cxn ang="0">
                    <a:pos x="154" y="559"/>
                  </a:cxn>
                  <a:cxn ang="0">
                    <a:pos x="132" y="565"/>
                  </a:cxn>
                  <a:cxn ang="0">
                    <a:pos x="95" y="573"/>
                  </a:cxn>
                  <a:cxn ang="0">
                    <a:pos x="73" y="578"/>
                  </a:cxn>
                  <a:cxn ang="0">
                    <a:pos x="57" y="580"/>
                  </a:cxn>
                  <a:cxn ang="0">
                    <a:pos x="56" y="573"/>
                  </a:cxn>
                  <a:cxn ang="0">
                    <a:pos x="56" y="561"/>
                  </a:cxn>
                  <a:cxn ang="0">
                    <a:pos x="54" y="541"/>
                  </a:cxn>
                  <a:cxn ang="0">
                    <a:pos x="52" y="512"/>
                  </a:cxn>
                  <a:cxn ang="0">
                    <a:pos x="48" y="471"/>
                  </a:cxn>
                  <a:cxn ang="0">
                    <a:pos x="44" y="416"/>
                  </a:cxn>
                  <a:cxn ang="0">
                    <a:pos x="38" y="345"/>
                  </a:cxn>
                  <a:cxn ang="0">
                    <a:pos x="33" y="280"/>
                  </a:cxn>
                  <a:cxn ang="0">
                    <a:pos x="26" y="218"/>
                  </a:cxn>
                  <a:cxn ang="0">
                    <a:pos x="19" y="160"/>
                  </a:cxn>
                  <a:cxn ang="0">
                    <a:pos x="13" y="110"/>
                  </a:cxn>
                  <a:cxn ang="0">
                    <a:pos x="7" y="69"/>
                  </a:cxn>
                  <a:cxn ang="0">
                    <a:pos x="3" y="40"/>
                  </a:cxn>
                  <a:cxn ang="0">
                    <a:pos x="1" y="24"/>
                  </a:cxn>
                  <a:cxn ang="0">
                    <a:pos x="111" y="0"/>
                  </a:cxn>
                </a:cxnLst>
                <a:rect l="0" t="0" r="r" b="b"/>
                <a:pathLst>
                  <a:path w="370" h="580">
                    <a:moveTo>
                      <a:pt x="111" y="0"/>
                    </a:moveTo>
                    <a:lnTo>
                      <a:pt x="112" y="1"/>
                    </a:lnTo>
                    <a:lnTo>
                      <a:pt x="115" y="5"/>
                    </a:lnTo>
                    <a:lnTo>
                      <a:pt x="119" y="12"/>
                    </a:lnTo>
                    <a:lnTo>
                      <a:pt x="125" y="21"/>
                    </a:lnTo>
                    <a:lnTo>
                      <a:pt x="131" y="31"/>
                    </a:lnTo>
                    <a:lnTo>
                      <a:pt x="139" y="44"/>
                    </a:lnTo>
                    <a:lnTo>
                      <a:pt x="149" y="58"/>
                    </a:lnTo>
                    <a:lnTo>
                      <a:pt x="158" y="74"/>
                    </a:lnTo>
                    <a:lnTo>
                      <a:pt x="169" y="91"/>
                    </a:lnTo>
                    <a:lnTo>
                      <a:pt x="180" y="109"/>
                    </a:lnTo>
                    <a:lnTo>
                      <a:pt x="193" y="128"/>
                    </a:lnTo>
                    <a:lnTo>
                      <a:pt x="206" y="145"/>
                    </a:lnTo>
                    <a:lnTo>
                      <a:pt x="220" y="161"/>
                    </a:lnTo>
                    <a:lnTo>
                      <a:pt x="236" y="175"/>
                    </a:lnTo>
                    <a:lnTo>
                      <a:pt x="253" y="188"/>
                    </a:lnTo>
                    <a:lnTo>
                      <a:pt x="271" y="199"/>
                    </a:lnTo>
                    <a:lnTo>
                      <a:pt x="292" y="208"/>
                    </a:lnTo>
                    <a:lnTo>
                      <a:pt x="316" y="217"/>
                    </a:lnTo>
                    <a:lnTo>
                      <a:pt x="342" y="223"/>
                    </a:lnTo>
                    <a:lnTo>
                      <a:pt x="370" y="229"/>
                    </a:lnTo>
                    <a:lnTo>
                      <a:pt x="370" y="237"/>
                    </a:lnTo>
                    <a:lnTo>
                      <a:pt x="370" y="247"/>
                    </a:lnTo>
                    <a:lnTo>
                      <a:pt x="370" y="258"/>
                    </a:lnTo>
                    <a:lnTo>
                      <a:pt x="369" y="273"/>
                    </a:lnTo>
                    <a:lnTo>
                      <a:pt x="368" y="288"/>
                    </a:lnTo>
                    <a:lnTo>
                      <a:pt x="366" y="304"/>
                    </a:lnTo>
                    <a:lnTo>
                      <a:pt x="364" y="321"/>
                    </a:lnTo>
                    <a:lnTo>
                      <a:pt x="362" y="336"/>
                    </a:lnTo>
                    <a:lnTo>
                      <a:pt x="359" y="350"/>
                    </a:lnTo>
                    <a:lnTo>
                      <a:pt x="355" y="362"/>
                    </a:lnTo>
                    <a:lnTo>
                      <a:pt x="351" y="372"/>
                    </a:lnTo>
                    <a:lnTo>
                      <a:pt x="349" y="372"/>
                    </a:lnTo>
                    <a:lnTo>
                      <a:pt x="343" y="372"/>
                    </a:lnTo>
                    <a:lnTo>
                      <a:pt x="335" y="370"/>
                    </a:lnTo>
                    <a:lnTo>
                      <a:pt x="324" y="369"/>
                    </a:lnTo>
                    <a:lnTo>
                      <a:pt x="311" y="368"/>
                    </a:lnTo>
                    <a:lnTo>
                      <a:pt x="297" y="365"/>
                    </a:lnTo>
                    <a:lnTo>
                      <a:pt x="282" y="363"/>
                    </a:lnTo>
                    <a:lnTo>
                      <a:pt x="267" y="361"/>
                    </a:lnTo>
                    <a:lnTo>
                      <a:pt x="251" y="357"/>
                    </a:lnTo>
                    <a:lnTo>
                      <a:pt x="237" y="354"/>
                    </a:lnTo>
                    <a:lnTo>
                      <a:pt x="225" y="349"/>
                    </a:lnTo>
                    <a:lnTo>
                      <a:pt x="214" y="345"/>
                    </a:lnTo>
                    <a:lnTo>
                      <a:pt x="205" y="341"/>
                    </a:lnTo>
                    <a:lnTo>
                      <a:pt x="197" y="338"/>
                    </a:lnTo>
                    <a:lnTo>
                      <a:pt x="190" y="334"/>
                    </a:lnTo>
                    <a:lnTo>
                      <a:pt x="176" y="327"/>
                    </a:lnTo>
                    <a:lnTo>
                      <a:pt x="169" y="322"/>
                    </a:lnTo>
                    <a:lnTo>
                      <a:pt x="161" y="316"/>
                    </a:lnTo>
                    <a:lnTo>
                      <a:pt x="152" y="308"/>
                    </a:lnTo>
                    <a:lnTo>
                      <a:pt x="142" y="299"/>
                    </a:lnTo>
                    <a:lnTo>
                      <a:pt x="131" y="287"/>
                    </a:lnTo>
                    <a:lnTo>
                      <a:pt x="134" y="306"/>
                    </a:lnTo>
                    <a:lnTo>
                      <a:pt x="139" y="329"/>
                    </a:lnTo>
                    <a:lnTo>
                      <a:pt x="145" y="354"/>
                    </a:lnTo>
                    <a:lnTo>
                      <a:pt x="150" y="382"/>
                    </a:lnTo>
                    <a:lnTo>
                      <a:pt x="156" y="413"/>
                    </a:lnTo>
                    <a:lnTo>
                      <a:pt x="162" y="445"/>
                    </a:lnTo>
                    <a:lnTo>
                      <a:pt x="164" y="455"/>
                    </a:lnTo>
                    <a:lnTo>
                      <a:pt x="165" y="467"/>
                    </a:lnTo>
                    <a:lnTo>
                      <a:pt x="171" y="506"/>
                    </a:lnTo>
                    <a:lnTo>
                      <a:pt x="172" y="518"/>
                    </a:lnTo>
                    <a:lnTo>
                      <a:pt x="173" y="529"/>
                    </a:lnTo>
                    <a:lnTo>
                      <a:pt x="174" y="539"/>
                    </a:lnTo>
                    <a:lnTo>
                      <a:pt x="176" y="546"/>
                    </a:lnTo>
                    <a:lnTo>
                      <a:pt x="176" y="551"/>
                    </a:lnTo>
                    <a:lnTo>
                      <a:pt x="176" y="553"/>
                    </a:lnTo>
                    <a:lnTo>
                      <a:pt x="174" y="554"/>
                    </a:lnTo>
                    <a:lnTo>
                      <a:pt x="170" y="555"/>
                    </a:lnTo>
                    <a:lnTo>
                      <a:pt x="163" y="557"/>
                    </a:lnTo>
                    <a:lnTo>
                      <a:pt x="154" y="559"/>
                    </a:lnTo>
                    <a:lnTo>
                      <a:pt x="144" y="562"/>
                    </a:lnTo>
                    <a:lnTo>
                      <a:pt x="132" y="565"/>
                    </a:lnTo>
                    <a:lnTo>
                      <a:pt x="107" y="571"/>
                    </a:lnTo>
                    <a:lnTo>
                      <a:pt x="95" y="573"/>
                    </a:lnTo>
                    <a:lnTo>
                      <a:pt x="83" y="576"/>
                    </a:lnTo>
                    <a:lnTo>
                      <a:pt x="73" y="578"/>
                    </a:lnTo>
                    <a:lnTo>
                      <a:pt x="64" y="580"/>
                    </a:lnTo>
                    <a:lnTo>
                      <a:pt x="57" y="580"/>
                    </a:lnTo>
                    <a:lnTo>
                      <a:pt x="57" y="577"/>
                    </a:lnTo>
                    <a:lnTo>
                      <a:pt x="56" y="573"/>
                    </a:lnTo>
                    <a:lnTo>
                      <a:pt x="56" y="568"/>
                    </a:lnTo>
                    <a:lnTo>
                      <a:pt x="56" y="561"/>
                    </a:lnTo>
                    <a:lnTo>
                      <a:pt x="55" y="553"/>
                    </a:lnTo>
                    <a:lnTo>
                      <a:pt x="54" y="541"/>
                    </a:lnTo>
                    <a:lnTo>
                      <a:pt x="53" y="528"/>
                    </a:lnTo>
                    <a:lnTo>
                      <a:pt x="52" y="512"/>
                    </a:lnTo>
                    <a:lnTo>
                      <a:pt x="50" y="493"/>
                    </a:lnTo>
                    <a:lnTo>
                      <a:pt x="48" y="471"/>
                    </a:lnTo>
                    <a:lnTo>
                      <a:pt x="46" y="445"/>
                    </a:lnTo>
                    <a:lnTo>
                      <a:pt x="44" y="416"/>
                    </a:lnTo>
                    <a:lnTo>
                      <a:pt x="42" y="383"/>
                    </a:lnTo>
                    <a:lnTo>
                      <a:pt x="38" y="345"/>
                    </a:lnTo>
                    <a:lnTo>
                      <a:pt x="36" y="313"/>
                    </a:lnTo>
                    <a:lnTo>
                      <a:pt x="33" y="280"/>
                    </a:lnTo>
                    <a:lnTo>
                      <a:pt x="29" y="248"/>
                    </a:lnTo>
                    <a:lnTo>
                      <a:pt x="26" y="218"/>
                    </a:lnTo>
                    <a:lnTo>
                      <a:pt x="23" y="188"/>
                    </a:lnTo>
                    <a:lnTo>
                      <a:pt x="19" y="160"/>
                    </a:lnTo>
                    <a:lnTo>
                      <a:pt x="16" y="134"/>
                    </a:lnTo>
                    <a:lnTo>
                      <a:pt x="13" y="110"/>
                    </a:lnTo>
                    <a:lnTo>
                      <a:pt x="10" y="89"/>
                    </a:lnTo>
                    <a:lnTo>
                      <a:pt x="7" y="69"/>
                    </a:lnTo>
                    <a:lnTo>
                      <a:pt x="5" y="53"/>
                    </a:lnTo>
                    <a:lnTo>
                      <a:pt x="3" y="40"/>
                    </a:lnTo>
                    <a:lnTo>
                      <a:pt x="2" y="30"/>
                    </a:lnTo>
                    <a:lnTo>
                      <a:pt x="1" y="24"/>
                    </a:lnTo>
                    <a:lnTo>
                      <a:pt x="0" y="22"/>
                    </a:lnTo>
                    <a:lnTo>
                      <a:pt x="11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1" name="Freeform 37"/>
              <p:cNvSpPr>
                <a:spLocks/>
              </p:cNvSpPr>
              <p:nvPr/>
            </p:nvSpPr>
            <p:spPr bwMode="auto">
              <a:xfrm>
                <a:off x="8707438" y="4870450"/>
                <a:ext cx="309562" cy="136525"/>
              </a:xfrm>
              <a:custGeom>
                <a:avLst/>
                <a:gdLst/>
                <a:ahLst/>
                <a:cxnLst>
                  <a:cxn ang="0">
                    <a:pos x="98" y="0"/>
                  </a:cxn>
                  <a:cxn ang="0">
                    <a:pos x="116" y="1"/>
                  </a:cxn>
                  <a:cxn ang="0">
                    <a:pos x="130" y="4"/>
                  </a:cxn>
                  <a:cxn ang="0">
                    <a:pos x="144" y="9"/>
                  </a:cxn>
                  <a:cxn ang="0">
                    <a:pos x="155" y="15"/>
                  </a:cxn>
                  <a:cxn ang="0">
                    <a:pos x="164" y="22"/>
                  </a:cxn>
                  <a:cxn ang="0">
                    <a:pos x="172" y="30"/>
                  </a:cxn>
                  <a:cxn ang="0">
                    <a:pos x="178" y="38"/>
                  </a:cxn>
                  <a:cxn ang="0">
                    <a:pos x="183" y="48"/>
                  </a:cxn>
                  <a:cxn ang="0">
                    <a:pos x="188" y="56"/>
                  </a:cxn>
                  <a:cxn ang="0">
                    <a:pos x="190" y="64"/>
                  </a:cxn>
                  <a:cxn ang="0">
                    <a:pos x="192" y="71"/>
                  </a:cxn>
                  <a:cxn ang="0">
                    <a:pos x="194" y="77"/>
                  </a:cxn>
                  <a:cxn ang="0">
                    <a:pos x="194" y="82"/>
                  </a:cxn>
                  <a:cxn ang="0">
                    <a:pos x="195" y="85"/>
                  </a:cxn>
                  <a:cxn ang="0">
                    <a:pos x="195" y="86"/>
                  </a:cxn>
                  <a:cxn ang="0">
                    <a:pos x="0" y="86"/>
                  </a:cxn>
                  <a:cxn ang="0">
                    <a:pos x="0" y="85"/>
                  </a:cxn>
                  <a:cxn ang="0">
                    <a:pos x="1" y="81"/>
                  </a:cxn>
                  <a:cxn ang="0">
                    <a:pos x="2" y="76"/>
                  </a:cxn>
                  <a:cxn ang="0">
                    <a:pos x="5" y="69"/>
                  </a:cxn>
                  <a:cxn ang="0">
                    <a:pos x="8" y="61"/>
                  </a:cxn>
                  <a:cxn ang="0">
                    <a:pos x="12" y="52"/>
                  </a:cxn>
                  <a:cxn ang="0">
                    <a:pos x="18" y="43"/>
                  </a:cxn>
                  <a:cxn ang="0">
                    <a:pos x="25" y="33"/>
                  </a:cxn>
                  <a:cxn ang="0">
                    <a:pos x="33" y="25"/>
                  </a:cxn>
                  <a:cxn ang="0">
                    <a:pos x="42" y="17"/>
                  </a:cxn>
                  <a:cxn ang="0">
                    <a:pos x="53" y="10"/>
                  </a:cxn>
                  <a:cxn ang="0">
                    <a:pos x="66" y="4"/>
                  </a:cxn>
                  <a:cxn ang="0">
                    <a:pos x="82" y="1"/>
                  </a:cxn>
                  <a:cxn ang="0">
                    <a:pos x="98" y="0"/>
                  </a:cxn>
                </a:cxnLst>
                <a:rect l="0" t="0" r="r" b="b"/>
                <a:pathLst>
                  <a:path w="195" h="86">
                    <a:moveTo>
                      <a:pt x="98" y="0"/>
                    </a:moveTo>
                    <a:lnTo>
                      <a:pt x="116" y="1"/>
                    </a:lnTo>
                    <a:lnTo>
                      <a:pt x="130" y="4"/>
                    </a:lnTo>
                    <a:lnTo>
                      <a:pt x="144" y="9"/>
                    </a:lnTo>
                    <a:lnTo>
                      <a:pt x="155" y="15"/>
                    </a:lnTo>
                    <a:lnTo>
                      <a:pt x="164" y="22"/>
                    </a:lnTo>
                    <a:lnTo>
                      <a:pt x="172" y="30"/>
                    </a:lnTo>
                    <a:lnTo>
                      <a:pt x="178" y="38"/>
                    </a:lnTo>
                    <a:lnTo>
                      <a:pt x="183" y="48"/>
                    </a:lnTo>
                    <a:lnTo>
                      <a:pt x="188" y="56"/>
                    </a:lnTo>
                    <a:lnTo>
                      <a:pt x="190" y="64"/>
                    </a:lnTo>
                    <a:lnTo>
                      <a:pt x="192" y="71"/>
                    </a:lnTo>
                    <a:lnTo>
                      <a:pt x="194" y="77"/>
                    </a:lnTo>
                    <a:lnTo>
                      <a:pt x="194" y="82"/>
                    </a:lnTo>
                    <a:lnTo>
                      <a:pt x="195" y="85"/>
                    </a:lnTo>
                    <a:lnTo>
                      <a:pt x="195" y="86"/>
                    </a:lnTo>
                    <a:lnTo>
                      <a:pt x="0" y="86"/>
                    </a:lnTo>
                    <a:lnTo>
                      <a:pt x="0" y="85"/>
                    </a:lnTo>
                    <a:lnTo>
                      <a:pt x="1" y="81"/>
                    </a:lnTo>
                    <a:lnTo>
                      <a:pt x="2" y="76"/>
                    </a:lnTo>
                    <a:lnTo>
                      <a:pt x="5" y="69"/>
                    </a:lnTo>
                    <a:lnTo>
                      <a:pt x="8" y="61"/>
                    </a:lnTo>
                    <a:lnTo>
                      <a:pt x="12" y="52"/>
                    </a:lnTo>
                    <a:lnTo>
                      <a:pt x="18" y="43"/>
                    </a:lnTo>
                    <a:lnTo>
                      <a:pt x="25" y="33"/>
                    </a:lnTo>
                    <a:lnTo>
                      <a:pt x="33" y="25"/>
                    </a:lnTo>
                    <a:lnTo>
                      <a:pt x="42" y="17"/>
                    </a:lnTo>
                    <a:lnTo>
                      <a:pt x="53" y="10"/>
                    </a:lnTo>
                    <a:lnTo>
                      <a:pt x="66" y="4"/>
                    </a:lnTo>
                    <a:lnTo>
                      <a:pt x="82" y="1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2" name="Freeform 38"/>
              <p:cNvSpPr>
                <a:spLocks/>
              </p:cNvSpPr>
              <p:nvPr/>
            </p:nvSpPr>
            <p:spPr bwMode="auto">
              <a:xfrm>
                <a:off x="9263063" y="4875213"/>
                <a:ext cx="309562" cy="131763"/>
              </a:xfrm>
              <a:custGeom>
                <a:avLst/>
                <a:gdLst/>
                <a:ahLst/>
                <a:cxnLst>
                  <a:cxn ang="0">
                    <a:pos x="118" y="0"/>
                  </a:cxn>
                  <a:cxn ang="0">
                    <a:pos x="133" y="1"/>
                  </a:cxn>
                  <a:cxn ang="0">
                    <a:pos x="147" y="4"/>
                  </a:cxn>
                  <a:cxn ang="0">
                    <a:pos x="158" y="8"/>
                  </a:cxn>
                  <a:cxn ang="0">
                    <a:pos x="167" y="14"/>
                  </a:cxn>
                  <a:cxn ang="0">
                    <a:pos x="175" y="21"/>
                  </a:cxn>
                  <a:cxn ang="0">
                    <a:pos x="181" y="29"/>
                  </a:cxn>
                  <a:cxn ang="0">
                    <a:pos x="186" y="37"/>
                  </a:cxn>
                  <a:cxn ang="0">
                    <a:pos x="189" y="46"/>
                  </a:cxn>
                  <a:cxn ang="0">
                    <a:pos x="192" y="54"/>
                  </a:cxn>
                  <a:cxn ang="0">
                    <a:pos x="194" y="62"/>
                  </a:cxn>
                  <a:cxn ang="0">
                    <a:pos x="194" y="69"/>
                  </a:cxn>
                  <a:cxn ang="0">
                    <a:pos x="195" y="75"/>
                  </a:cxn>
                  <a:cxn ang="0">
                    <a:pos x="195" y="83"/>
                  </a:cxn>
                  <a:cxn ang="0">
                    <a:pos x="0" y="83"/>
                  </a:cxn>
                  <a:cxn ang="0">
                    <a:pos x="0" y="82"/>
                  </a:cxn>
                  <a:cxn ang="0">
                    <a:pos x="2" y="78"/>
                  </a:cxn>
                  <a:cxn ang="0">
                    <a:pos x="4" y="73"/>
                  </a:cxn>
                  <a:cxn ang="0">
                    <a:pos x="7" y="67"/>
                  </a:cxn>
                  <a:cxn ang="0">
                    <a:pos x="12" y="59"/>
                  </a:cxn>
                  <a:cxn ang="0">
                    <a:pos x="18" y="50"/>
                  </a:cxn>
                  <a:cxn ang="0">
                    <a:pos x="24" y="41"/>
                  </a:cxn>
                  <a:cxn ang="0">
                    <a:pos x="33" y="33"/>
                  </a:cxn>
                  <a:cxn ang="0">
                    <a:pos x="43" y="24"/>
                  </a:cxn>
                  <a:cxn ang="0">
                    <a:pos x="55" y="16"/>
                  </a:cxn>
                  <a:cxn ang="0">
                    <a:pos x="67" y="9"/>
                  </a:cxn>
                  <a:cxn ang="0">
                    <a:pos x="82" y="5"/>
                  </a:cxn>
                  <a:cxn ang="0">
                    <a:pos x="99" y="1"/>
                  </a:cxn>
                  <a:cxn ang="0">
                    <a:pos x="118" y="0"/>
                  </a:cxn>
                </a:cxnLst>
                <a:rect l="0" t="0" r="r" b="b"/>
                <a:pathLst>
                  <a:path w="195" h="83">
                    <a:moveTo>
                      <a:pt x="118" y="0"/>
                    </a:moveTo>
                    <a:lnTo>
                      <a:pt x="133" y="1"/>
                    </a:lnTo>
                    <a:lnTo>
                      <a:pt x="147" y="4"/>
                    </a:lnTo>
                    <a:lnTo>
                      <a:pt x="158" y="8"/>
                    </a:lnTo>
                    <a:lnTo>
                      <a:pt x="167" y="14"/>
                    </a:lnTo>
                    <a:lnTo>
                      <a:pt x="175" y="21"/>
                    </a:lnTo>
                    <a:lnTo>
                      <a:pt x="181" y="29"/>
                    </a:lnTo>
                    <a:lnTo>
                      <a:pt x="186" y="37"/>
                    </a:lnTo>
                    <a:lnTo>
                      <a:pt x="189" y="46"/>
                    </a:lnTo>
                    <a:lnTo>
                      <a:pt x="192" y="54"/>
                    </a:lnTo>
                    <a:lnTo>
                      <a:pt x="194" y="62"/>
                    </a:lnTo>
                    <a:lnTo>
                      <a:pt x="194" y="69"/>
                    </a:lnTo>
                    <a:lnTo>
                      <a:pt x="195" y="75"/>
                    </a:lnTo>
                    <a:lnTo>
                      <a:pt x="195" y="83"/>
                    </a:lnTo>
                    <a:lnTo>
                      <a:pt x="0" y="83"/>
                    </a:lnTo>
                    <a:lnTo>
                      <a:pt x="0" y="82"/>
                    </a:lnTo>
                    <a:lnTo>
                      <a:pt x="2" y="78"/>
                    </a:lnTo>
                    <a:lnTo>
                      <a:pt x="4" y="73"/>
                    </a:lnTo>
                    <a:lnTo>
                      <a:pt x="7" y="67"/>
                    </a:lnTo>
                    <a:lnTo>
                      <a:pt x="12" y="59"/>
                    </a:lnTo>
                    <a:lnTo>
                      <a:pt x="18" y="50"/>
                    </a:lnTo>
                    <a:lnTo>
                      <a:pt x="24" y="41"/>
                    </a:lnTo>
                    <a:lnTo>
                      <a:pt x="33" y="33"/>
                    </a:lnTo>
                    <a:lnTo>
                      <a:pt x="43" y="24"/>
                    </a:lnTo>
                    <a:lnTo>
                      <a:pt x="55" y="16"/>
                    </a:lnTo>
                    <a:lnTo>
                      <a:pt x="67" y="9"/>
                    </a:lnTo>
                    <a:lnTo>
                      <a:pt x="82" y="5"/>
                    </a:lnTo>
                    <a:lnTo>
                      <a:pt x="99" y="1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3" name="Freeform 39"/>
              <p:cNvSpPr>
                <a:spLocks/>
              </p:cNvSpPr>
              <p:nvPr/>
            </p:nvSpPr>
            <p:spPr bwMode="auto">
              <a:xfrm>
                <a:off x="9009063" y="4310063"/>
                <a:ext cx="188912" cy="3714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6" y="2"/>
                  </a:cxn>
                  <a:cxn ang="0">
                    <a:pos x="12" y="5"/>
                  </a:cxn>
                  <a:cxn ang="0">
                    <a:pos x="20" y="9"/>
                  </a:cxn>
                  <a:cxn ang="0">
                    <a:pos x="29" y="12"/>
                  </a:cxn>
                  <a:cxn ang="0">
                    <a:pos x="40" y="16"/>
                  </a:cxn>
                  <a:cxn ang="0">
                    <a:pos x="52" y="20"/>
                  </a:cxn>
                  <a:cxn ang="0">
                    <a:pos x="63" y="23"/>
                  </a:cxn>
                  <a:cxn ang="0">
                    <a:pos x="76" y="26"/>
                  </a:cxn>
                  <a:cxn ang="0">
                    <a:pos x="87" y="29"/>
                  </a:cxn>
                  <a:cxn ang="0">
                    <a:pos x="98" y="30"/>
                  </a:cxn>
                  <a:cxn ang="0">
                    <a:pos x="108" y="31"/>
                  </a:cxn>
                  <a:cxn ang="0">
                    <a:pos x="115" y="34"/>
                  </a:cxn>
                  <a:cxn ang="0">
                    <a:pos x="119" y="36"/>
                  </a:cxn>
                  <a:cxn ang="0">
                    <a:pos x="119" y="39"/>
                  </a:cxn>
                  <a:cxn ang="0">
                    <a:pos x="117" y="42"/>
                  </a:cxn>
                  <a:cxn ang="0">
                    <a:pos x="113" y="44"/>
                  </a:cxn>
                  <a:cxn ang="0">
                    <a:pos x="107" y="44"/>
                  </a:cxn>
                  <a:cxn ang="0">
                    <a:pos x="101" y="44"/>
                  </a:cxn>
                  <a:cxn ang="0">
                    <a:pos x="95" y="44"/>
                  </a:cxn>
                  <a:cxn ang="0">
                    <a:pos x="89" y="42"/>
                  </a:cxn>
                  <a:cxn ang="0">
                    <a:pos x="80" y="40"/>
                  </a:cxn>
                  <a:cxn ang="0">
                    <a:pos x="80" y="47"/>
                  </a:cxn>
                  <a:cxn ang="0">
                    <a:pos x="79" y="57"/>
                  </a:cxn>
                  <a:cxn ang="0">
                    <a:pos x="79" y="101"/>
                  </a:cxn>
                  <a:cxn ang="0">
                    <a:pos x="80" y="120"/>
                  </a:cxn>
                  <a:cxn ang="0">
                    <a:pos x="81" y="141"/>
                  </a:cxn>
                  <a:cxn ang="0">
                    <a:pos x="82" y="163"/>
                  </a:cxn>
                  <a:cxn ang="0">
                    <a:pos x="84" y="186"/>
                  </a:cxn>
                  <a:cxn ang="0">
                    <a:pos x="87" y="210"/>
                  </a:cxn>
                  <a:cxn ang="0">
                    <a:pos x="90" y="234"/>
                  </a:cxn>
                  <a:cxn ang="0">
                    <a:pos x="87" y="222"/>
                  </a:cxn>
                  <a:cxn ang="0">
                    <a:pos x="85" y="209"/>
                  </a:cxn>
                  <a:cxn ang="0">
                    <a:pos x="83" y="196"/>
                  </a:cxn>
                  <a:cxn ang="0">
                    <a:pos x="81" y="182"/>
                  </a:cxn>
                  <a:cxn ang="0">
                    <a:pos x="79" y="167"/>
                  </a:cxn>
                  <a:cxn ang="0">
                    <a:pos x="77" y="151"/>
                  </a:cxn>
                  <a:cxn ang="0">
                    <a:pos x="75" y="133"/>
                  </a:cxn>
                  <a:cxn ang="0">
                    <a:pos x="73" y="113"/>
                  </a:cxn>
                  <a:cxn ang="0">
                    <a:pos x="69" y="90"/>
                  </a:cxn>
                  <a:cxn ang="0">
                    <a:pos x="66" y="65"/>
                  </a:cxn>
                  <a:cxn ang="0">
                    <a:pos x="61" y="36"/>
                  </a:cxn>
                  <a:cxn ang="0">
                    <a:pos x="28" y="26"/>
                  </a:cxn>
                  <a:cxn ang="0">
                    <a:pos x="27" y="25"/>
                  </a:cxn>
                  <a:cxn ang="0">
                    <a:pos x="18" y="19"/>
                  </a:cxn>
                  <a:cxn ang="0">
                    <a:pos x="12" y="14"/>
                  </a:cxn>
                  <a:cxn ang="0">
                    <a:pos x="6" y="7"/>
                  </a:cxn>
                  <a:cxn ang="0">
                    <a:pos x="0" y="0"/>
                  </a:cxn>
                </a:cxnLst>
                <a:rect l="0" t="0" r="r" b="b"/>
                <a:pathLst>
                  <a:path w="119" h="234">
                    <a:moveTo>
                      <a:pt x="0" y="0"/>
                    </a:moveTo>
                    <a:lnTo>
                      <a:pt x="1" y="1"/>
                    </a:lnTo>
                    <a:lnTo>
                      <a:pt x="6" y="2"/>
                    </a:lnTo>
                    <a:lnTo>
                      <a:pt x="12" y="5"/>
                    </a:lnTo>
                    <a:lnTo>
                      <a:pt x="20" y="9"/>
                    </a:lnTo>
                    <a:lnTo>
                      <a:pt x="29" y="12"/>
                    </a:lnTo>
                    <a:lnTo>
                      <a:pt x="40" y="16"/>
                    </a:lnTo>
                    <a:lnTo>
                      <a:pt x="52" y="20"/>
                    </a:lnTo>
                    <a:lnTo>
                      <a:pt x="63" y="23"/>
                    </a:lnTo>
                    <a:lnTo>
                      <a:pt x="76" y="26"/>
                    </a:lnTo>
                    <a:lnTo>
                      <a:pt x="87" y="29"/>
                    </a:lnTo>
                    <a:lnTo>
                      <a:pt x="98" y="30"/>
                    </a:lnTo>
                    <a:lnTo>
                      <a:pt x="108" y="31"/>
                    </a:lnTo>
                    <a:lnTo>
                      <a:pt x="115" y="34"/>
                    </a:lnTo>
                    <a:lnTo>
                      <a:pt x="119" y="36"/>
                    </a:lnTo>
                    <a:lnTo>
                      <a:pt x="119" y="39"/>
                    </a:lnTo>
                    <a:lnTo>
                      <a:pt x="117" y="42"/>
                    </a:lnTo>
                    <a:lnTo>
                      <a:pt x="113" y="44"/>
                    </a:lnTo>
                    <a:lnTo>
                      <a:pt x="107" y="44"/>
                    </a:lnTo>
                    <a:lnTo>
                      <a:pt x="101" y="44"/>
                    </a:lnTo>
                    <a:lnTo>
                      <a:pt x="95" y="44"/>
                    </a:lnTo>
                    <a:lnTo>
                      <a:pt x="89" y="42"/>
                    </a:lnTo>
                    <a:lnTo>
                      <a:pt x="80" y="40"/>
                    </a:lnTo>
                    <a:lnTo>
                      <a:pt x="80" y="47"/>
                    </a:lnTo>
                    <a:lnTo>
                      <a:pt x="79" y="57"/>
                    </a:lnTo>
                    <a:lnTo>
                      <a:pt x="79" y="101"/>
                    </a:lnTo>
                    <a:lnTo>
                      <a:pt x="80" y="120"/>
                    </a:lnTo>
                    <a:lnTo>
                      <a:pt x="81" y="141"/>
                    </a:lnTo>
                    <a:lnTo>
                      <a:pt x="82" y="163"/>
                    </a:lnTo>
                    <a:lnTo>
                      <a:pt x="84" y="186"/>
                    </a:lnTo>
                    <a:lnTo>
                      <a:pt x="87" y="210"/>
                    </a:lnTo>
                    <a:lnTo>
                      <a:pt x="90" y="234"/>
                    </a:lnTo>
                    <a:lnTo>
                      <a:pt x="87" y="222"/>
                    </a:lnTo>
                    <a:lnTo>
                      <a:pt x="85" y="209"/>
                    </a:lnTo>
                    <a:lnTo>
                      <a:pt x="83" y="196"/>
                    </a:lnTo>
                    <a:lnTo>
                      <a:pt x="81" y="182"/>
                    </a:lnTo>
                    <a:lnTo>
                      <a:pt x="79" y="167"/>
                    </a:lnTo>
                    <a:lnTo>
                      <a:pt x="77" y="151"/>
                    </a:lnTo>
                    <a:lnTo>
                      <a:pt x="75" y="133"/>
                    </a:lnTo>
                    <a:lnTo>
                      <a:pt x="73" y="113"/>
                    </a:lnTo>
                    <a:lnTo>
                      <a:pt x="69" y="90"/>
                    </a:lnTo>
                    <a:lnTo>
                      <a:pt x="66" y="65"/>
                    </a:lnTo>
                    <a:lnTo>
                      <a:pt x="61" y="36"/>
                    </a:lnTo>
                    <a:lnTo>
                      <a:pt x="28" y="26"/>
                    </a:lnTo>
                    <a:lnTo>
                      <a:pt x="27" y="25"/>
                    </a:lnTo>
                    <a:lnTo>
                      <a:pt x="18" y="19"/>
                    </a:lnTo>
                    <a:lnTo>
                      <a:pt x="12" y="14"/>
                    </a:lnTo>
                    <a:lnTo>
                      <a:pt x="6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6" name="Freeform 42"/>
              <p:cNvSpPr>
                <a:spLocks/>
              </p:cNvSpPr>
              <p:nvPr/>
            </p:nvSpPr>
            <p:spPr bwMode="auto">
              <a:xfrm>
                <a:off x="8721725" y="3627438"/>
                <a:ext cx="65087" cy="293688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1" y="2"/>
                  </a:cxn>
                  <a:cxn ang="0">
                    <a:pos x="39" y="7"/>
                  </a:cxn>
                  <a:cxn ang="0">
                    <a:pos x="36" y="15"/>
                  </a:cxn>
                  <a:cxn ang="0">
                    <a:pos x="33" y="26"/>
                  </a:cxn>
                  <a:cxn ang="0">
                    <a:pos x="30" y="40"/>
                  </a:cxn>
                  <a:cxn ang="0">
                    <a:pos x="25" y="56"/>
                  </a:cxn>
                  <a:cxn ang="0">
                    <a:pos x="21" y="74"/>
                  </a:cxn>
                  <a:cxn ang="0">
                    <a:pos x="17" y="93"/>
                  </a:cxn>
                  <a:cxn ang="0">
                    <a:pos x="13" y="114"/>
                  </a:cxn>
                  <a:cxn ang="0">
                    <a:pos x="9" y="137"/>
                  </a:cxn>
                  <a:cxn ang="0">
                    <a:pos x="5" y="160"/>
                  </a:cxn>
                  <a:cxn ang="0">
                    <a:pos x="3" y="185"/>
                  </a:cxn>
                  <a:cxn ang="0">
                    <a:pos x="0" y="117"/>
                  </a:cxn>
                  <a:cxn ang="0">
                    <a:pos x="1" y="116"/>
                  </a:cxn>
                  <a:cxn ang="0">
                    <a:pos x="2" y="111"/>
                  </a:cxn>
                  <a:cxn ang="0">
                    <a:pos x="4" y="103"/>
                  </a:cxn>
                  <a:cxn ang="0">
                    <a:pos x="7" y="92"/>
                  </a:cxn>
                  <a:cxn ang="0">
                    <a:pos x="10" y="80"/>
                  </a:cxn>
                  <a:cxn ang="0">
                    <a:pos x="14" y="67"/>
                  </a:cxn>
                  <a:cxn ang="0">
                    <a:pos x="19" y="53"/>
                  </a:cxn>
                  <a:cxn ang="0">
                    <a:pos x="24" y="39"/>
                  </a:cxn>
                  <a:cxn ang="0">
                    <a:pos x="29" y="25"/>
                  </a:cxn>
                  <a:cxn ang="0">
                    <a:pos x="35" y="12"/>
                  </a:cxn>
                  <a:cxn ang="0">
                    <a:pos x="41" y="0"/>
                  </a:cxn>
                </a:cxnLst>
                <a:rect l="0" t="0" r="r" b="b"/>
                <a:pathLst>
                  <a:path w="41" h="185">
                    <a:moveTo>
                      <a:pt x="41" y="0"/>
                    </a:moveTo>
                    <a:lnTo>
                      <a:pt x="41" y="2"/>
                    </a:lnTo>
                    <a:lnTo>
                      <a:pt x="39" y="7"/>
                    </a:lnTo>
                    <a:lnTo>
                      <a:pt x="36" y="15"/>
                    </a:lnTo>
                    <a:lnTo>
                      <a:pt x="33" y="26"/>
                    </a:lnTo>
                    <a:lnTo>
                      <a:pt x="30" y="40"/>
                    </a:lnTo>
                    <a:lnTo>
                      <a:pt x="25" y="56"/>
                    </a:lnTo>
                    <a:lnTo>
                      <a:pt x="21" y="74"/>
                    </a:lnTo>
                    <a:lnTo>
                      <a:pt x="17" y="93"/>
                    </a:lnTo>
                    <a:lnTo>
                      <a:pt x="13" y="114"/>
                    </a:lnTo>
                    <a:lnTo>
                      <a:pt x="9" y="137"/>
                    </a:lnTo>
                    <a:lnTo>
                      <a:pt x="5" y="160"/>
                    </a:lnTo>
                    <a:lnTo>
                      <a:pt x="3" y="185"/>
                    </a:lnTo>
                    <a:lnTo>
                      <a:pt x="0" y="117"/>
                    </a:lnTo>
                    <a:lnTo>
                      <a:pt x="1" y="116"/>
                    </a:lnTo>
                    <a:lnTo>
                      <a:pt x="2" y="111"/>
                    </a:lnTo>
                    <a:lnTo>
                      <a:pt x="4" y="103"/>
                    </a:lnTo>
                    <a:lnTo>
                      <a:pt x="7" y="92"/>
                    </a:lnTo>
                    <a:lnTo>
                      <a:pt x="10" y="80"/>
                    </a:lnTo>
                    <a:lnTo>
                      <a:pt x="14" y="67"/>
                    </a:lnTo>
                    <a:lnTo>
                      <a:pt x="19" y="53"/>
                    </a:lnTo>
                    <a:lnTo>
                      <a:pt x="24" y="39"/>
                    </a:lnTo>
                    <a:lnTo>
                      <a:pt x="29" y="25"/>
                    </a:lnTo>
                    <a:lnTo>
                      <a:pt x="35" y="1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18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1827212" y="5943600"/>
            <a:ext cx="8400941" cy="268013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44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 Same Side Corner Rectangle 54"/>
          <p:cNvSpPr/>
          <p:nvPr/>
        </p:nvSpPr>
        <p:spPr>
          <a:xfrm>
            <a:off x="2613160" y="1295400"/>
            <a:ext cx="6968502" cy="457200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Tervek a jövőre nézve</a:t>
            </a:r>
            <a:endParaRPr lang="en-US" dirty="0"/>
          </a:p>
        </p:txBody>
      </p:sp>
      <p:grpSp>
        <p:nvGrpSpPr>
          <p:cNvPr id="54" name="Group 53"/>
          <p:cNvGrpSpPr/>
          <p:nvPr/>
        </p:nvGrpSpPr>
        <p:grpSpPr>
          <a:xfrm>
            <a:off x="2606253" y="1431125"/>
            <a:ext cx="6976315" cy="4646162"/>
            <a:chOff x="4046481" y="1630766"/>
            <a:chExt cx="5943600" cy="3958383"/>
          </a:xfrm>
        </p:grpSpPr>
        <p:grpSp>
          <p:nvGrpSpPr>
            <p:cNvPr id="4" name="Group 78"/>
            <p:cNvGrpSpPr/>
            <p:nvPr/>
          </p:nvGrpSpPr>
          <p:grpSpPr>
            <a:xfrm>
              <a:off x="4046481" y="1630766"/>
              <a:ext cx="5943600" cy="3958383"/>
              <a:chOff x="3122612" y="1554566"/>
              <a:chExt cx="5943600" cy="3958383"/>
            </a:xfrm>
          </p:grpSpPr>
          <p:grpSp>
            <p:nvGrpSpPr>
              <p:cNvPr id="5" name="Group 14"/>
              <p:cNvGrpSpPr/>
              <p:nvPr/>
            </p:nvGrpSpPr>
            <p:grpSpPr>
              <a:xfrm>
                <a:off x="3122612" y="1574536"/>
                <a:ext cx="5943600" cy="3938413"/>
                <a:chOff x="2894012" y="5419"/>
                <a:chExt cx="7112000" cy="4712631"/>
              </a:xfrm>
            </p:grpSpPr>
            <p:sp>
              <p:nvSpPr>
                <p:cNvPr id="92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rgbClr val="E0E0E0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Freeform 8"/>
                <p:cNvSpPr>
                  <a:spLocks/>
                </p:cNvSpPr>
                <p:nvPr/>
              </p:nvSpPr>
              <p:spPr bwMode="auto">
                <a:xfrm>
                  <a:off x="3068144" y="5419"/>
                  <a:ext cx="101713" cy="101711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Freeform 9"/>
                <p:cNvSpPr>
                  <a:spLocks/>
                </p:cNvSpPr>
                <p:nvPr/>
              </p:nvSpPr>
              <p:spPr bwMode="auto">
                <a:xfrm>
                  <a:off x="3243995" y="5419"/>
                  <a:ext cx="99261" cy="101711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Freeform 10"/>
                <p:cNvSpPr>
                  <a:spLocks/>
                </p:cNvSpPr>
                <p:nvPr/>
              </p:nvSpPr>
              <p:spPr bwMode="auto">
                <a:xfrm>
                  <a:off x="3418982" y="5419"/>
                  <a:ext cx="101713" cy="101711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81" name="Straight Arrow Connector 80"/>
              <p:cNvCxnSpPr/>
              <p:nvPr/>
            </p:nvCxnSpPr>
            <p:spPr>
              <a:xfrm rot="5400000">
                <a:off x="8764077" y="1555224"/>
                <a:ext cx="148929" cy="14761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06"/>
            <p:cNvGrpSpPr/>
            <p:nvPr/>
          </p:nvGrpSpPr>
          <p:grpSpPr>
            <a:xfrm>
              <a:off x="4850382" y="2229253"/>
              <a:ext cx="4306353" cy="2748007"/>
              <a:chOff x="4951412" y="2208705"/>
              <a:chExt cx="4306353" cy="2748007"/>
            </a:xfrm>
          </p:grpSpPr>
          <p:grpSp>
            <p:nvGrpSpPr>
              <p:cNvPr id="7" name="Group 249"/>
              <p:cNvGrpSpPr/>
              <p:nvPr/>
            </p:nvGrpSpPr>
            <p:grpSpPr>
              <a:xfrm>
                <a:off x="4951412" y="3564947"/>
                <a:ext cx="4306353" cy="1391765"/>
                <a:chOff x="4875213" y="2707185"/>
                <a:chExt cx="2687782" cy="868657"/>
              </a:xfrm>
            </p:grpSpPr>
            <p:sp>
              <p:nvSpPr>
                <p:cNvPr id="99" name="Rectangle 98"/>
                <p:cNvSpPr/>
                <p:nvPr/>
              </p:nvSpPr>
              <p:spPr>
                <a:xfrm>
                  <a:off x="4875213" y="2707186"/>
                  <a:ext cx="1219200" cy="868656"/>
                </a:xfrm>
                <a:prstGeom prst="rect">
                  <a:avLst/>
                </a:prstGeom>
                <a:solidFill>
                  <a:srgbClr val="77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Ins="182880" rtlCol="0" anchor="ctr"/>
                <a:lstStyle/>
                <a:p>
                  <a:pPr lvl="0" algn="ctr"/>
                  <a:r>
                    <a:rPr lang="hu-HU" sz="16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 GitHubra</a:t>
                  </a:r>
                </a:p>
                <a:p>
                  <a:pPr lvl="0" algn="ctr"/>
                  <a:r>
                    <a:rPr lang="hu-HU" sz="16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Hamarosan publikálásra kerül!</a:t>
                  </a:r>
                  <a:endParaRPr lang="en-US" sz="16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6343795" y="2707185"/>
                  <a:ext cx="1219200" cy="86865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Ins="182880" rtlCol="0" anchor="ctr"/>
                <a:lstStyle/>
                <a:p>
                  <a:pPr lvl="0" algn="ctr"/>
                  <a:r>
                    <a:rPr lang="hu-HU" sz="16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Kisebb megjelenítési problémák még jelen vannak. </a:t>
                  </a:r>
                  <a:endParaRPr lang="en-US" sz="16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06" name="Rectangle 105"/>
              <p:cNvSpPr/>
              <p:nvPr/>
            </p:nvSpPr>
            <p:spPr>
              <a:xfrm>
                <a:off x="4951995" y="2208705"/>
                <a:ext cx="4301733" cy="114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hu-HU" sz="1800" kern="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Egy általános validátorral</a:t>
                </a:r>
              </a:p>
              <a:p>
                <a:pPr lvl="0" algn="ctr"/>
                <a:r>
                  <a:rPr lang="hu-HU" sz="1800" kern="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szoktuk tesztelni a weboldalainkat. </a:t>
                </a:r>
                <a:endParaRPr lang="en-US" sz="18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56" name="Rounded Rectangle 55"/>
          <p:cNvSpPr/>
          <p:nvPr/>
        </p:nvSpPr>
        <p:spPr>
          <a:xfrm>
            <a:off x="3408362" y="1391764"/>
            <a:ext cx="5715000" cy="2632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hlinkClick r:id="rId2"/>
              </a:rPr>
              <a:t>https://github.com/vagvolgyimate19/beadando.git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/>
          <p:cNvGrpSpPr/>
          <p:nvPr/>
        </p:nvGrpSpPr>
        <p:grpSpPr>
          <a:xfrm>
            <a:off x="3381692" y="1118934"/>
            <a:ext cx="5281868" cy="5281866"/>
            <a:chOff x="3381692" y="1118934"/>
            <a:chExt cx="5281868" cy="5281866"/>
          </a:xfrm>
        </p:grpSpPr>
        <p:sp>
          <p:nvSpPr>
            <p:cNvPr id="60" name="Oval 59"/>
            <p:cNvSpPr/>
            <p:nvPr/>
          </p:nvSpPr>
          <p:spPr>
            <a:xfrm>
              <a:off x="3381692" y="1118934"/>
              <a:ext cx="5281868" cy="5281866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balanced" dir="t"/>
            </a:scene3d>
            <a:sp3d prstMaterial="powder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79"/>
            <p:cNvGrpSpPr/>
            <p:nvPr/>
          </p:nvGrpSpPr>
          <p:grpSpPr>
            <a:xfrm>
              <a:off x="4356037" y="1118942"/>
              <a:ext cx="4267964" cy="5127955"/>
              <a:chOff x="3522141" y="1504950"/>
              <a:chExt cx="2269059" cy="2726273"/>
            </a:xfrm>
            <a:solidFill>
              <a:schemeClr val="bg1"/>
            </a:solidFill>
          </p:grpSpPr>
          <p:sp>
            <p:nvSpPr>
              <p:cNvPr id="62" name="Freeform 105"/>
              <p:cNvSpPr>
                <a:spLocks/>
              </p:cNvSpPr>
              <p:nvPr/>
            </p:nvSpPr>
            <p:spPr bwMode="auto">
              <a:xfrm>
                <a:off x="4627562" y="1570038"/>
                <a:ext cx="30163" cy="12700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8" y="2"/>
                  </a:cxn>
                  <a:cxn ang="0">
                    <a:pos x="19" y="3"/>
                  </a:cxn>
                  <a:cxn ang="0">
                    <a:pos x="19" y="4"/>
                  </a:cxn>
                  <a:cxn ang="0">
                    <a:pos x="16" y="6"/>
                  </a:cxn>
                  <a:cxn ang="0">
                    <a:pos x="15" y="7"/>
                  </a:cxn>
                  <a:cxn ang="0">
                    <a:pos x="13" y="8"/>
                  </a:cxn>
                  <a:cxn ang="0">
                    <a:pos x="13" y="8"/>
                  </a:cxn>
                  <a:cxn ang="0">
                    <a:pos x="10" y="7"/>
                  </a:cxn>
                  <a:cxn ang="0">
                    <a:pos x="6" y="5"/>
                  </a:cxn>
                  <a:cxn ang="0">
                    <a:pos x="3" y="3"/>
                  </a:cxn>
                  <a:cxn ang="0">
                    <a:pos x="1" y="2"/>
                  </a:cxn>
                  <a:cxn ang="0">
                    <a:pos x="0" y="1"/>
                  </a:cxn>
                  <a:cxn ang="0">
                    <a:pos x="6" y="1"/>
                  </a:cxn>
                  <a:cxn ang="0">
                    <a:pos x="12" y="0"/>
                  </a:cxn>
                </a:cxnLst>
                <a:rect l="0" t="0" r="r" b="b"/>
                <a:pathLst>
                  <a:path w="19" h="8">
                    <a:moveTo>
                      <a:pt x="12" y="0"/>
                    </a:moveTo>
                    <a:lnTo>
                      <a:pt x="18" y="2"/>
                    </a:lnTo>
                    <a:lnTo>
                      <a:pt x="19" y="3"/>
                    </a:lnTo>
                    <a:lnTo>
                      <a:pt x="19" y="4"/>
                    </a:lnTo>
                    <a:lnTo>
                      <a:pt x="16" y="6"/>
                    </a:lnTo>
                    <a:lnTo>
                      <a:pt x="15" y="7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0" y="7"/>
                    </a:lnTo>
                    <a:lnTo>
                      <a:pt x="6" y="5"/>
                    </a:lnTo>
                    <a:lnTo>
                      <a:pt x="3" y="3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6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106"/>
              <p:cNvSpPr>
                <a:spLocks/>
              </p:cNvSpPr>
              <p:nvPr/>
            </p:nvSpPr>
            <p:spPr bwMode="auto">
              <a:xfrm>
                <a:off x="4384675" y="1704975"/>
                <a:ext cx="61913" cy="4762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8" y="4"/>
                  </a:cxn>
                  <a:cxn ang="0">
                    <a:pos x="25" y="10"/>
                  </a:cxn>
                  <a:cxn ang="0">
                    <a:pos x="27" y="11"/>
                  </a:cxn>
                  <a:cxn ang="0">
                    <a:pos x="31" y="12"/>
                  </a:cxn>
                  <a:cxn ang="0">
                    <a:pos x="34" y="14"/>
                  </a:cxn>
                  <a:cxn ang="0">
                    <a:pos x="37" y="15"/>
                  </a:cxn>
                  <a:cxn ang="0">
                    <a:pos x="39" y="18"/>
                  </a:cxn>
                  <a:cxn ang="0">
                    <a:pos x="39" y="19"/>
                  </a:cxn>
                  <a:cxn ang="0">
                    <a:pos x="38" y="20"/>
                  </a:cxn>
                  <a:cxn ang="0">
                    <a:pos x="37" y="21"/>
                  </a:cxn>
                  <a:cxn ang="0">
                    <a:pos x="36" y="21"/>
                  </a:cxn>
                  <a:cxn ang="0">
                    <a:pos x="33" y="23"/>
                  </a:cxn>
                  <a:cxn ang="0">
                    <a:pos x="32" y="24"/>
                  </a:cxn>
                  <a:cxn ang="0">
                    <a:pos x="31" y="25"/>
                  </a:cxn>
                  <a:cxn ang="0">
                    <a:pos x="30" y="26"/>
                  </a:cxn>
                  <a:cxn ang="0">
                    <a:pos x="30" y="27"/>
                  </a:cxn>
                  <a:cxn ang="0">
                    <a:pos x="29" y="28"/>
                  </a:cxn>
                  <a:cxn ang="0">
                    <a:pos x="29" y="29"/>
                  </a:cxn>
                  <a:cxn ang="0">
                    <a:pos x="29" y="30"/>
                  </a:cxn>
                  <a:cxn ang="0">
                    <a:pos x="28" y="30"/>
                  </a:cxn>
                  <a:cxn ang="0">
                    <a:pos x="27" y="30"/>
                  </a:cxn>
                  <a:cxn ang="0">
                    <a:pos x="20" y="29"/>
                  </a:cxn>
                  <a:cxn ang="0">
                    <a:pos x="13" y="25"/>
                  </a:cxn>
                  <a:cxn ang="0">
                    <a:pos x="6" y="22"/>
                  </a:cxn>
                  <a:cxn ang="0">
                    <a:pos x="2" y="20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1" y="17"/>
                  </a:cxn>
                  <a:cxn ang="0">
                    <a:pos x="2" y="17"/>
                  </a:cxn>
                  <a:cxn ang="0">
                    <a:pos x="2" y="17"/>
                  </a:cxn>
                  <a:cxn ang="0">
                    <a:pos x="4" y="17"/>
                  </a:cxn>
                  <a:cxn ang="0">
                    <a:pos x="5" y="16"/>
                  </a:cxn>
                  <a:cxn ang="0">
                    <a:pos x="6" y="15"/>
                  </a:cxn>
                  <a:cxn ang="0">
                    <a:pos x="6" y="14"/>
                  </a:cxn>
                  <a:cxn ang="0">
                    <a:pos x="7" y="9"/>
                  </a:cxn>
                  <a:cxn ang="0">
                    <a:pos x="7" y="5"/>
                  </a:cxn>
                  <a:cxn ang="0">
                    <a:pos x="6" y="1"/>
                  </a:cxn>
                  <a:cxn ang="0">
                    <a:pos x="8" y="1"/>
                  </a:cxn>
                  <a:cxn ang="0">
                    <a:pos x="10" y="0"/>
                  </a:cxn>
                </a:cxnLst>
                <a:rect l="0" t="0" r="r" b="b"/>
                <a:pathLst>
                  <a:path w="39" h="30">
                    <a:moveTo>
                      <a:pt x="10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8" y="4"/>
                    </a:lnTo>
                    <a:lnTo>
                      <a:pt x="25" y="10"/>
                    </a:lnTo>
                    <a:lnTo>
                      <a:pt x="27" y="11"/>
                    </a:lnTo>
                    <a:lnTo>
                      <a:pt x="31" y="12"/>
                    </a:lnTo>
                    <a:lnTo>
                      <a:pt x="34" y="14"/>
                    </a:lnTo>
                    <a:lnTo>
                      <a:pt x="37" y="15"/>
                    </a:lnTo>
                    <a:lnTo>
                      <a:pt x="39" y="18"/>
                    </a:lnTo>
                    <a:lnTo>
                      <a:pt x="39" y="19"/>
                    </a:lnTo>
                    <a:lnTo>
                      <a:pt x="38" y="20"/>
                    </a:lnTo>
                    <a:lnTo>
                      <a:pt x="37" y="21"/>
                    </a:lnTo>
                    <a:lnTo>
                      <a:pt x="36" y="21"/>
                    </a:lnTo>
                    <a:lnTo>
                      <a:pt x="33" y="23"/>
                    </a:lnTo>
                    <a:lnTo>
                      <a:pt x="32" y="24"/>
                    </a:lnTo>
                    <a:lnTo>
                      <a:pt x="31" y="25"/>
                    </a:lnTo>
                    <a:lnTo>
                      <a:pt x="30" y="26"/>
                    </a:lnTo>
                    <a:lnTo>
                      <a:pt x="30" y="27"/>
                    </a:lnTo>
                    <a:lnTo>
                      <a:pt x="29" y="28"/>
                    </a:lnTo>
                    <a:lnTo>
                      <a:pt x="29" y="29"/>
                    </a:lnTo>
                    <a:lnTo>
                      <a:pt x="29" y="30"/>
                    </a:lnTo>
                    <a:lnTo>
                      <a:pt x="28" y="30"/>
                    </a:lnTo>
                    <a:lnTo>
                      <a:pt x="27" y="30"/>
                    </a:lnTo>
                    <a:lnTo>
                      <a:pt x="20" y="29"/>
                    </a:lnTo>
                    <a:lnTo>
                      <a:pt x="13" y="25"/>
                    </a:lnTo>
                    <a:lnTo>
                      <a:pt x="6" y="22"/>
                    </a:lnTo>
                    <a:lnTo>
                      <a:pt x="2" y="20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4" y="17"/>
                    </a:lnTo>
                    <a:lnTo>
                      <a:pt x="5" y="16"/>
                    </a:lnTo>
                    <a:lnTo>
                      <a:pt x="6" y="15"/>
                    </a:lnTo>
                    <a:lnTo>
                      <a:pt x="6" y="14"/>
                    </a:lnTo>
                    <a:lnTo>
                      <a:pt x="7" y="9"/>
                    </a:lnTo>
                    <a:lnTo>
                      <a:pt x="7" y="5"/>
                    </a:lnTo>
                    <a:lnTo>
                      <a:pt x="6" y="1"/>
                    </a:lnTo>
                    <a:lnTo>
                      <a:pt x="8" y="1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107"/>
              <p:cNvSpPr>
                <a:spLocks/>
              </p:cNvSpPr>
              <p:nvPr/>
            </p:nvSpPr>
            <p:spPr bwMode="auto">
              <a:xfrm>
                <a:off x="4405312" y="1671638"/>
                <a:ext cx="114300" cy="112713"/>
              </a:xfrm>
              <a:custGeom>
                <a:avLst/>
                <a:gdLst/>
                <a:ahLst/>
                <a:cxnLst>
                  <a:cxn ang="0">
                    <a:pos x="64" y="2"/>
                  </a:cxn>
                  <a:cxn ang="0">
                    <a:pos x="72" y="15"/>
                  </a:cxn>
                  <a:cxn ang="0">
                    <a:pos x="60" y="28"/>
                  </a:cxn>
                  <a:cxn ang="0">
                    <a:pos x="47" y="39"/>
                  </a:cxn>
                  <a:cxn ang="0">
                    <a:pos x="50" y="39"/>
                  </a:cxn>
                  <a:cxn ang="0">
                    <a:pos x="62" y="46"/>
                  </a:cxn>
                  <a:cxn ang="0">
                    <a:pos x="62" y="51"/>
                  </a:cxn>
                  <a:cxn ang="0">
                    <a:pos x="51" y="52"/>
                  </a:cxn>
                  <a:cxn ang="0">
                    <a:pos x="42" y="56"/>
                  </a:cxn>
                  <a:cxn ang="0">
                    <a:pos x="44" y="60"/>
                  </a:cxn>
                  <a:cxn ang="0">
                    <a:pos x="50" y="62"/>
                  </a:cxn>
                  <a:cxn ang="0">
                    <a:pos x="60" y="65"/>
                  </a:cxn>
                  <a:cxn ang="0">
                    <a:pos x="63" y="68"/>
                  </a:cxn>
                  <a:cxn ang="0">
                    <a:pos x="52" y="71"/>
                  </a:cxn>
                  <a:cxn ang="0">
                    <a:pos x="53" y="68"/>
                  </a:cxn>
                  <a:cxn ang="0">
                    <a:pos x="41" y="65"/>
                  </a:cxn>
                  <a:cxn ang="0">
                    <a:pos x="32" y="70"/>
                  </a:cxn>
                  <a:cxn ang="0">
                    <a:pos x="24" y="68"/>
                  </a:cxn>
                  <a:cxn ang="0">
                    <a:pos x="15" y="70"/>
                  </a:cxn>
                  <a:cxn ang="0">
                    <a:pos x="9" y="60"/>
                  </a:cxn>
                  <a:cxn ang="0">
                    <a:pos x="12" y="56"/>
                  </a:cxn>
                  <a:cxn ang="0">
                    <a:pos x="25" y="54"/>
                  </a:cxn>
                  <a:cxn ang="0">
                    <a:pos x="29" y="50"/>
                  </a:cxn>
                  <a:cxn ang="0">
                    <a:pos x="26" y="44"/>
                  </a:cxn>
                  <a:cxn ang="0">
                    <a:pos x="24" y="44"/>
                  </a:cxn>
                  <a:cxn ang="0">
                    <a:pos x="34" y="46"/>
                  </a:cxn>
                  <a:cxn ang="0">
                    <a:pos x="35" y="41"/>
                  </a:cxn>
                  <a:cxn ang="0">
                    <a:pos x="24" y="34"/>
                  </a:cxn>
                  <a:cxn ang="0">
                    <a:pos x="17" y="28"/>
                  </a:cxn>
                  <a:cxn ang="0">
                    <a:pos x="28" y="29"/>
                  </a:cxn>
                  <a:cxn ang="0">
                    <a:pos x="40" y="26"/>
                  </a:cxn>
                  <a:cxn ang="0">
                    <a:pos x="44" y="19"/>
                  </a:cxn>
                  <a:cxn ang="0">
                    <a:pos x="37" y="16"/>
                  </a:cxn>
                  <a:cxn ang="0">
                    <a:pos x="31" y="24"/>
                  </a:cxn>
                  <a:cxn ang="0">
                    <a:pos x="21" y="27"/>
                  </a:cxn>
                  <a:cxn ang="0">
                    <a:pos x="16" y="25"/>
                  </a:cxn>
                  <a:cxn ang="0">
                    <a:pos x="21" y="19"/>
                  </a:cxn>
                  <a:cxn ang="0">
                    <a:pos x="13" y="21"/>
                  </a:cxn>
                  <a:cxn ang="0">
                    <a:pos x="6" y="22"/>
                  </a:cxn>
                  <a:cxn ang="0">
                    <a:pos x="1" y="19"/>
                  </a:cxn>
                  <a:cxn ang="0">
                    <a:pos x="1" y="15"/>
                  </a:cxn>
                  <a:cxn ang="0">
                    <a:pos x="9" y="12"/>
                  </a:cxn>
                  <a:cxn ang="0">
                    <a:pos x="13" y="9"/>
                  </a:cxn>
                  <a:cxn ang="0">
                    <a:pos x="24" y="11"/>
                  </a:cxn>
                  <a:cxn ang="0">
                    <a:pos x="34" y="13"/>
                  </a:cxn>
                  <a:cxn ang="0">
                    <a:pos x="36" y="9"/>
                  </a:cxn>
                  <a:cxn ang="0">
                    <a:pos x="37" y="7"/>
                  </a:cxn>
                  <a:cxn ang="0">
                    <a:pos x="50" y="1"/>
                  </a:cxn>
                </a:cxnLst>
                <a:rect l="0" t="0" r="r" b="b"/>
                <a:pathLst>
                  <a:path w="72" h="71">
                    <a:moveTo>
                      <a:pt x="54" y="0"/>
                    </a:moveTo>
                    <a:lnTo>
                      <a:pt x="59" y="0"/>
                    </a:lnTo>
                    <a:lnTo>
                      <a:pt x="64" y="2"/>
                    </a:lnTo>
                    <a:lnTo>
                      <a:pt x="68" y="5"/>
                    </a:lnTo>
                    <a:lnTo>
                      <a:pt x="71" y="11"/>
                    </a:lnTo>
                    <a:lnTo>
                      <a:pt x="72" y="15"/>
                    </a:lnTo>
                    <a:lnTo>
                      <a:pt x="70" y="19"/>
                    </a:lnTo>
                    <a:lnTo>
                      <a:pt x="66" y="24"/>
                    </a:lnTo>
                    <a:lnTo>
                      <a:pt x="60" y="28"/>
                    </a:lnTo>
                    <a:lnTo>
                      <a:pt x="55" y="32"/>
                    </a:lnTo>
                    <a:lnTo>
                      <a:pt x="50" y="36"/>
                    </a:lnTo>
                    <a:lnTo>
                      <a:pt x="47" y="39"/>
                    </a:lnTo>
                    <a:lnTo>
                      <a:pt x="47" y="40"/>
                    </a:lnTo>
                    <a:lnTo>
                      <a:pt x="49" y="40"/>
                    </a:lnTo>
                    <a:lnTo>
                      <a:pt x="50" y="39"/>
                    </a:lnTo>
                    <a:lnTo>
                      <a:pt x="52" y="39"/>
                    </a:lnTo>
                    <a:lnTo>
                      <a:pt x="59" y="43"/>
                    </a:lnTo>
                    <a:lnTo>
                      <a:pt x="62" y="46"/>
                    </a:lnTo>
                    <a:lnTo>
                      <a:pt x="64" y="50"/>
                    </a:lnTo>
                    <a:lnTo>
                      <a:pt x="64" y="51"/>
                    </a:lnTo>
                    <a:lnTo>
                      <a:pt x="62" y="51"/>
                    </a:lnTo>
                    <a:lnTo>
                      <a:pt x="59" y="51"/>
                    </a:lnTo>
                    <a:lnTo>
                      <a:pt x="55" y="51"/>
                    </a:lnTo>
                    <a:lnTo>
                      <a:pt x="51" y="52"/>
                    </a:lnTo>
                    <a:lnTo>
                      <a:pt x="46" y="53"/>
                    </a:lnTo>
                    <a:lnTo>
                      <a:pt x="42" y="55"/>
                    </a:lnTo>
                    <a:lnTo>
                      <a:pt x="42" y="56"/>
                    </a:lnTo>
                    <a:lnTo>
                      <a:pt x="42" y="57"/>
                    </a:lnTo>
                    <a:lnTo>
                      <a:pt x="43" y="59"/>
                    </a:lnTo>
                    <a:lnTo>
                      <a:pt x="44" y="60"/>
                    </a:lnTo>
                    <a:lnTo>
                      <a:pt x="45" y="60"/>
                    </a:lnTo>
                    <a:lnTo>
                      <a:pt x="47" y="61"/>
                    </a:lnTo>
                    <a:lnTo>
                      <a:pt x="50" y="62"/>
                    </a:lnTo>
                    <a:lnTo>
                      <a:pt x="54" y="63"/>
                    </a:lnTo>
                    <a:lnTo>
                      <a:pt x="57" y="64"/>
                    </a:lnTo>
                    <a:lnTo>
                      <a:pt x="60" y="65"/>
                    </a:lnTo>
                    <a:lnTo>
                      <a:pt x="63" y="66"/>
                    </a:lnTo>
                    <a:lnTo>
                      <a:pt x="64" y="67"/>
                    </a:lnTo>
                    <a:lnTo>
                      <a:pt x="63" y="68"/>
                    </a:lnTo>
                    <a:lnTo>
                      <a:pt x="59" y="70"/>
                    </a:lnTo>
                    <a:lnTo>
                      <a:pt x="53" y="71"/>
                    </a:lnTo>
                    <a:lnTo>
                      <a:pt x="52" y="71"/>
                    </a:lnTo>
                    <a:lnTo>
                      <a:pt x="52" y="70"/>
                    </a:lnTo>
                    <a:lnTo>
                      <a:pt x="53" y="70"/>
                    </a:lnTo>
                    <a:lnTo>
                      <a:pt x="53" y="68"/>
                    </a:lnTo>
                    <a:lnTo>
                      <a:pt x="48" y="66"/>
                    </a:lnTo>
                    <a:lnTo>
                      <a:pt x="42" y="65"/>
                    </a:lnTo>
                    <a:lnTo>
                      <a:pt x="41" y="65"/>
                    </a:lnTo>
                    <a:lnTo>
                      <a:pt x="36" y="70"/>
                    </a:lnTo>
                    <a:lnTo>
                      <a:pt x="35" y="71"/>
                    </a:lnTo>
                    <a:lnTo>
                      <a:pt x="32" y="70"/>
                    </a:lnTo>
                    <a:lnTo>
                      <a:pt x="29" y="69"/>
                    </a:lnTo>
                    <a:lnTo>
                      <a:pt x="26" y="68"/>
                    </a:lnTo>
                    <a:lnTo>
                      <a:pt x="24" y="68"/>
                    </a:lnTo>
                    <a:lnTo>
                      <a:pt x="21" y="69"/>
                    </a:lnTo>
                    <a:lnTo>
                      <a:pt x="18" y="70"/>
                    </a:lnTo>
                    <a:lnTo>
                      <a:pt x="15" y="70"/>
                    </a:lnTo>
                    <a:lnTo>
                      <a:pt x="13" y="69"/>
                    </a:lnTo>
                    <a:lnTo>
                      <a:pt x="10" y="64"/>
                    </a:lnTo>
                    <a:lnTo>
                      <a:pt x="9" y="60"/>
                    </a:lnTo>
                    <a:lnTo>
                      <a:pt x="9" y="58"/>
                    </a:lnTo>
                    <a:lnTo>
                      <a:pt x="10" y="56"/>
                    </a:lnTo>
                    <a:lnTo>
                      <a:pt x="12" y="56"/>
                    </a:lnTo>
                    <a:lnTo>
                      <a:pt x="19" y="55"/>
                    </a:lnTo>
                    <a:lnTo>
                      <a:pt x="22" y="55"/>
                    </a:lnTo>
                    <a:lnTo>
                      <a:pt x="25" y="54"/>
                    </a:lnTo>
                    <a:lnTo>
                      <a:pt x="27" y="54"/>
                    </a:lnTo>
                    <a:lnTo>
                      <a:pt x="29" y="52"/>
                    </a:lnTo>
                    <a:lnTo>
                      <a:pt x="29" y="50"/>
                    </a:lnTo>
                    <a:lnTo>
                      <a:pt x="29" y="46"/>
                    </a:lnTo>
                    <a:lnTo>
                      <a:pt x="28" y="45"/>
                    </a:lnTo>
                    <a:lnTo>
                      <a:pt x="26" y="44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24" y="44"/>
                    </a:lnTo>
                    <a:lnTo>
                      <a:pt x="28" y="44"/>
                    </a:lnTo>
                    <a:lnTo>
                      <a:pt x="31" y="45"/>
                    </a:lnTo>
                    <a:lnTo>
                      <a:pt x="34" y="46"/>
                    </a:lnTo>
                    <a:lnTo>
                      <a:pt x="36" y="45"/>
                    </a:lnTo>
                    <a:lnTo>
                      <a:pt x="37" y="44"/>
                    </a:lnTo>
                    <a:lnTo>
                      <a:pt x="35" y="41"/>
                    </a:lnTo>
                    <a:lnTo>
                      <a:pt x="32" y="38"/>
                    </a:lnTo>
                    <a:lnTo>
                      <a:pt x="28" y="36"/>
                    </a:lnTo>
                    <a:lnTo>
                      <a:pt x="24" y="34"/>
                    </a:lnTo>
                    <a:lnTo>
                      <a:pt x="21" y="32"/>
                    </a:lnTo>
                    <a:lnTo>
                      <a:pt x="17" y="29"/>
                    </a:lnTo>
                    <a:lnTo>
                      <a:pt x="17" y="28"/>
                    </a:lnTo>
                    <a:lnTo>
                      <a:pt x="22" y="28"/>
                    </a:lnTo>
                    <a:lnTo>
                      <a:pt x="24" y="29"/>
                    </a:lnTo>
                    <a:lnTo>
                      <a:pt x="28" y="29"/>
                    </a:lnTo>
                    <a:lnTo>
                      <a:pt x="32" y="28"/>
                    </a:lnTo>
                    <a:lnTo>
                      <a:pt x="36" y="27"/>
                    </a:lnTo>
                    <a:lnTo>
                      <a:pt x="40" y="26"/>
                    </a:lnTo>
                    <a:lnTo>
                      <a:pt x="43" y="24"/>
                    </a:lnTo>
                    <a:lnTo>
                      <a:pt x="44" y="22"/>
                    </a:lnTo>
                    <a:lnTo>
                      <a:pt x="44" y="19"/>
                    </a:lnTo>
                    <a:lnTo>
                      <a:pt x="41" y="16"/>
                    </a:lnTo>
                    <a:lnTo>
                      <a:pt x="39" y="15"/>
                    </a:lnTo>
                    <a:lnTo>
                      <a:pt x="37" y="16"/>
                    </a:lnTo>
                    <a:lnTo>
                      <a:pt x="35" y="18"/>
                    </a:lnTo>
                    <a:lnTo>
                      <a:pt x="34" y="22"/>
                    </a:lnTo>
                    <a:lnTo>
                      <a:pt x="31" y="24"/>
                    </a:lnTo>
                    <a:lnTo>
                      <a:pt x="29" y="26"/>
                    </a:lnTo>
                    <a:lnTo>
                      <a:pt x="25" y="27"/>
                    </a:lnTo>
                    <a:lnTo>
                      <a:pt x="21" y="27"/>
                    </a:lnTo>
                    <a:lnTo>
                      <a:pt x="16" y="26"/>
                    </a:lnTo>
                    <a:lnTo>
                      <a:pt x="16" y="26"/>
                    </a:lnTo>
                    <a:lnTo>
                      <a:pt x="16" y="25"/>
                    </a:lnTo>
                    <a:lnTo>
                      <a:pt x="16" y="24"/>
                    </a:lnTo>
                    <a:lnTo>
                      <a:pt x="21" y="20"/>
                    </a:lnTo>
                    <a:lnTo>
                      <a:pt x="21" y="19"/>
                    </a:lnTo>
                    <a:lnTo>
                      <a:pt x="20" y="19"/>
                    </a:lnTo>
                    <a:lnTo>
                      <a:pt x="17" y="19"/>
                    </a:lnTo>
                    <a:lnTo>
                      <a:pt x="13" y="21"/>
                    </a:lnTo>
                    <a:lnTo>
                      <a:pt x="10" y="22"/>
                    </a:lnTo>
                    <a:lnTo>
                      <a:pt x="7" y="22"/>
                    </a:lnTo>
                    <a:lnTo>
                      <a:pt x="6" y="22"/>
                    </a:lnTo>
                    <a:lnTo>
                      <a:pt x="3" y="21"/>
                    </a:lnTo>
                    <a:lnTo>
                      <a:pt x="2" y="21"/>
                    </a:lnTo>
                    <a:lnTo>
                      <a:pt x="1" y="19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1" y="15"/>
                    </a:lnTo>
                    <a:lnTo>
                      <a:pt x="3" y="14"/>
                    </a:lnTo>
                    <a:lnTo>
                      <a:pt x="7" y="13"/>
                    </a:lnTo>
                    <a:lnTo>
                      <a:pt x="9" y="12"/>
                    </a:lnTo>
                    <a:lnTo>
                      <a:pt x="10" y="11"/>
                    </a:lnTo>
                    <a:lnTo>
                      <a:pt x="12" y="10"/>
                    </a:lnTo>
                    <a:lnTo>
                      <a:pt x="13" y="9"/>
                    </a:lnTo>
                    <a:lnTo>
                      <a:pt x="16" y="8"/>
                    </a:lnTo>
                    <a:lnTo>
                      <a:pt x="20" y="9"/>
                    </a:lnTo>
                    <a:lnTo>
                      <a:pt x="24" y="11"/>
                    </a:lnTo>
                    <a:lnTo>
                      <a:pt x="28" y="13"/>
                    </a:lnTo>
                    <a:lnTo>
                      <a:pt x="32" y="13"/>
                    </a:lnTo>
                    <a:lnTo>
                      <a:pt x="34" y="13"/>
                    </a:lnTo>
                    <a:lnTo>
                      <a:pt x="35" y="12"/>
                    </a:lnTo>
                    <a:lnTo>
                      <a:pt x="35" y="10"/>
                    </a:lnTo>
                    <a:lnTo>
                      <a:pt x="36" y="9"/>
                    </a:lnTo>
                    <a:lnTo>
                      <a:pt x="36" y="8"/>
                    </a:lnTo>
                    <a:lnTo>
                      <a:pt x="37" y="7"/>
                    </a:lnTo>
                    <a:lnTo>
                      <a:pt x="37" y="7"/>
                    </a:lnTo>
                    <a:lnTo>
                      <a:pt x="41" y="4"/>
                    </a:lnTo>
                    <a:lnTo>
                      <a:pt x="45" y="3"/>
                    </a:lnTo>
                    <a:lnTo>
                      <a:pt x="50" y="1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108"/>
              <p:cNvSpPr>
                <a:spLocks/>
              </p:cNvSpPr>
              <p:nvPr/>
            </p:nvSpPr>
            <p:spPr bwMode="auto">
              <a:xfrm>
                <a:off x="4332287" y="1731963"/>
                <a:ext cx="31750" cy="2857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1" y="4"/>
                  </a:cxn>
                  <a:cxn ang="0">
                    <a:pos x="15" y="7"/>
                  </a:cxn>
                  <a:cxn ang="0">
                    <a:pos x="18" y="12"/>
                  </a:cxn>
                  <a:cxn ang="0">
                    <a:pos x="20" y="17"/>
                  </a:cxn>
                  <a:cxn ang="0">
                    <a:pos x="19" y="18"/>
                  </a:cxn>
                  <a:cxn ang="0">
                    <a:pos x="18" y="17"/>
                  </a:cxn>
                  <a:cxn ang="0">
                    <a:pos x="15" y="16"/>
                  </a:cxn>
                  <a:cxn ang="0">
                    <a:pos x="12" y="14"/>
                  </a:cxn>
                  <a:cxn ang="0">
                    <a:pos x="10" y="12"/>
                  </a:cxn>
                  <a:cxn ang="0">
                    <a:pos x="7" y="10"/>
                  </a:cxn>
                  <a:cxn ang="0">
                    <a:pos x="5" y="10"/>
                  </a:cxn>
                  <a:cxn ang="0">
                    <a:pos x="4" y="11"/>
                  </a:cxn>
                  <a:cxn ang="0">
                    <a:pos x="2" y="11"/>
                  </a:cxn>
                  <a:cxn ang="0">
                    <a:pos x="1" y="11"/>
                  </a:cxn>
                  <a:cxn ang="0">
                    <a:pos x="1" y="11"/>
                  </a:cxn>
                  <a:cxn ang="0">
                    <a:pos x="0" y="11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2" y="5"/>
                  </a:cxn>
                  <a:cxn ang="0">
                    <a:pos x="6" y="1"/>
                  </a:cxn>
                  <a:cxn ang="0">
                    <a:pos x="7" y="0"/>
                  </a:cxn>
                </a:cxnLst>
                <a:rect l="0" t="0" r="r" b="b"/>
                <a:pathLst>
                  <a:path w="20" h="18">
                    <a:moveTo>
                      <a:pt x="7" y="0"/>
                    </a:moveTo>
                    <a:lnTo>
                      <a:pt x="11" y="4"/>
                    </a:lnTo>
                    <a:lnTo>
                      <a:pt x="15" y="7"/>
                    </a:lnTo>
                    <a:lnTo>
                      <a:pt x="18" y="12"/>
                    </a:lnTo>
                    <a:lnTo>
                      <a:pt x="20" y="17"/>
                    </a:lnTo>
                    <a:lnTo>
                      <a:pt x="19" y="18"/>
                    </a:lnTo>
                    <a:lnTo>
                      <a:pt x="18" y="17"/>
                    </a:lnTo>
                    <a:lnTo>
                      <a:pt x="15" y="16"/>
                    </a:lnTo>
                    <a:lnTo>
                      <a:pt x="12" y="14"/>
                    </a:lnTo>
                    <a:lnTo>
                      <a:pt x="10" y="12"/>
                    </a:lnTo>
                    <a:lnTo>
                      <a:pt x="7" y="10"/>
                    </a:lnTo>
                    <a:lnTo>
                      <a:pt x="5" y="10"/>
                    </a:lnTo>
                    <a:lnTo>
                      <a:pt x="4" y="11"/>
                    </a:lnTo>
                    <a:lnTo>
                      <a:pt x="2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109"/>
              <p:cNvSpPr>
                <a:spLocks/>
              </p:cNvSpPr>
              <p:nvPr/>
            </p:nvSpPr>
            <p:spPr bwMode="auto">
              <a:xfrm>
                <a:off x="4283075" y="1738313"/>
                <a:ext cx="19050" cy="6350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1"/>
                  </a:cxn>
                  <a:cxn ang="0">
                    <a:pos x="11" y="2"/>
                  </a:cxn>
                  <a:cxn ang="0">
                    <a:pos x="11" y="3"/>
                  </a:cxn>
                  <a:cxn ang="0">
                    <a:pos x="9" y="4"/>
                  </a:cxn>
                  <a:cxn ang="0">
                    <a:pos x="8" y="4"/>
                  </a:cxn>
                  <a:cxn ang="0">
                    <a:pos x="7" y="4"/>
                  </a:cxn>
                  <a:cxn ang="0">
                    <a:pos x="4" y="3"/>
                  </a:cxn>
                  <a:cxn ang="0">
                    <a:pos x="3" y="3"/>
                  </a:cxn>
                  <a:cxn ang="0">
                    <a:pos x="0" y="3"/>
                  </a:cxn>
                  <a:cxn ang="0">
                    <a:pos x="12" y="0"/>
                  </a:cxn>
                </a:cxnLst>
                <a:rect l="0" t="0" r="r" b="b"/>
                <a:pathLst>
                  <a:path w="12" h="4">
                    <a:moveTo>
                      <a:pt x="12" y="0"/>
                    </a:moveTo>
                    <a:lnTo>
                      <a:pt x="12" y="1"/>
                    </a:lnTo>
                    <a:lnTo>
                      <a:pt x="11" y="2"/>
                    </a:lnTo>
                    <a:lnTo>
                      <a:pt x="11" y="3"/>
                    </a:lnTo>
                    <a:lnTo>
                      <a:pt x="9" y="4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110"/>
              <p:cNvSpPr>
                <a:spLocks/>
              </p:cNvSpPr>
              <p:nvPr/>
            </p:nvSpPr>
            <p:spPr bwMode="auto">
              <a:xfrm>
                <a:off x="4651375" y="1577975"/>
                <a:ext cx="68263" cy="1746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3" y="0"/>
                  </a:cxn>
                  <a:cxn ang="0">
                    <a:pos x="23" y="0"/>
                  </a:cxn>
                  <a:cxn ang="0">
                    <a:pos x="30" y="0"/>
                  </a:cxn>
                  <a:cxn ang="0">
                    <a:pos x="37" y="1"/>
                  </a:cxn>
                  <a:cxn ang="0">
                    <a:pos x="41" y="2"/>
                  </a:cxn>
                  <a:cxn ang="0">
                    <a:pos x="43" y="3"/>
                  </a:cxn>
                  <a:cxn ang="0">
                    <a:pos x="42" y="4"/>
                  </a:cxn>
                  <a:cxn ang="0">
                    <a:pos x="38" y="5"/>
                  </a:cxn>
                  <a:cxn ang="0">
                    <a:pos x="15" y="11"/>
                  </a:cxn>
                  <a:cxn ang="0">
                    <a:pos x="12" y="9"/>
                  </a:cxn>
                  <a:cxn ang="0">
                    <a:pos x="8" y="9"/>
                  </a:cxn>
                  <a:cxn ang="0">
                    <a:pos x="4" y="8"/>
                  </a:cxn>
                  <a:cxn ang="0">
                    <a:pos x="2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7" y="0"/>
                  </a:cxn>
                  <a:cxn ang="0">
                    <a:pos x="10" y="0"/>
                  </a:cxn>
                </a:cxnLst>
                <a:rect l="0" t="0" r="r" b="b"/>
                <a:pathLst>
                  <a:path w="43" h="11">
                    <a:moveTo>
                      <a:pt x="10" y="0"/>
                    </a:moveTo>
                    <a:lnTo>
                      <a:pt x="13" y="0"/>
                    </a:lnTo>
                    <a:lnTo>
                      <a:pt x="23" y="0"/>
                    </a:lnTo>
                    <a:lnTo>
                      <a:pt x="30" y="0"/>
                    </a:lnTo>
                    <a:lnTo>
                      <a:pt x="37" y="1"/>
                    </a:lnTo>
                    <a:lnTo>
                      <a:pt x="41" y="2"/>
                    </a:lnTo>
                    <a:lnTo>
                      <a:pt x="43" y="3"/>
                    </a:lnTo>
                    <a:lnTo>
                      <a:pt x="42" y="4"/>
                    </a:lnTo>
                    <a:lnTo>
                      <a:pt x="38" y="5"/>
                    </a:lnTo>
                    <a:lnTo>
                      <a:pt x="15" y="11"/>
                    </a:lnTo>
                    <a:lnTo>
                      <a:pt x="12" y="9"/>
                    </a:lnTo>
                    <a:lnTo>
                      <a:pt x="8" y="9"/>
                    </a:lnTo>
                    <a:lnTo>
                      <a:pt x="4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7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111"/>
              <p:cNvSpPr>
                <a:spLocks/>
              </p:cNvSpPr>
              <p:nvPr/>
            </p:nvSpPr>
            <p:spPr bwMode="auto">
              <a:xfrm>
                <a:off x="4532312" y="1755775"/>
                <a:ext cx="4763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" y="0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3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3" h="1">
                    <a:moveTo>
                      <a:pt x="1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112"/>
              <p:cNvSpPr>
                <a:spLocks/>
              </p:cNvSpPr>
              <p:nvPr/>
            </p:nvSpPr>
            <p:spPr bwMode="auto">
              <a:xfrm>
                <a:off x="4197350" y="1754188"/>
                <a:ext cx="42863" cy="23813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27" y="3"/>
                  </a:cxn>
                  <a:cxn ang="0">
                    <a:pos x="26" y="7"/>
                  </a:cxn>
                  <a:cxn ang="0">
                    <a:pos x="26" y="10"/>
                  </a:cxn>
                  <a:cxn ang="0">
                    <a:pos x="24" y="13"/>
                  </a:cxn>
                  <a:cxn ang="0">
                    <a:pos x="22" y="14"/>
                  </a:cxn>
                  <a:cxn ang="0">
                    <a:pos x="18" y="15"/>
                  </a:cxn>
                  <a:cxn ang="0">
                    <a:pos x="14" y="15"/>
                  </a:cxn>
                  <a:cxn ang="0">
                    <a:pos x="10" y="15"/>
                  </a:cxn>
                  <a:cxn ang="0">
                    <a:pos x="5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2" y="8"/>
                  </a:cxn>
                  <a:cxn ang="0">
                    <a:pos x="3" y="8"/>
                  </a:cxn>
                  <a:cxn ang="0">
                    <a:pos x="4" y="7"/>
                  </a:cxn>
                  <a:cxn ang="0">
                    <a:pos x="5" y="7"/>
                  </a:cxn>
                  <a:cxn ang="0">
                    <a:pos x="9" y="6"/>
                  </a:cxn>
                  <a:cxn ang="0">
                    <a:pos x="14" y="4"/>
                  </a:cxn>
                  <a:cxn ang="0">
                    <a:pos x="19" y="3"/>
                  </a:cxn>
                  <a:cxn ang="0">
                    <a:pos x="23" y="1"/>
                  </a:cxn>
                  <a:cxn ang="0">
                    <a:pos x="26" y="1"/>
                  </a:cxn>
                  <a:cxn ang="0">
                    <a:pos x="27" y="0"/>
                  </a:cxn>
                </a:cxnLst>
                <a:rect l="0" t="0" r="r" b="b"/>
                <a:pathLst>
                  <a:path w="27" h="15">
                    <a:moveTo>
                      <a:pt x="27" y="0"/>
                    </a:moveTo>
                    <a:lnTo>
                      <a:pt x="27" y="3"/>
                    </a:lnTo>
                    <a:lnTo>
                      <a:pt x="26" y="7"/>
                    </a:lnTo>
                    <a:lnTo>
                      <a:pt x="26" y="10"/>
                    </a:lnTo>
                    <a:lnTo>
                      <a:pt x="24" y="13"/>
                    </a:lnTo>
                    <a:lnTo>
                      <a:pt x="22" y="14"/>
                    </a:lnTo>
                    <a:lnTo>
                      <a:pt x="18" y="15"/>
                    </a:lnTo>
                    <a:lnTo>
                      <a:pt x="14" y="15"/>
                    </a:lnTo>
                    <a:lnTo>
                      <a:pt x="10" y="15"/>
                    </a:lnTo>
                    <a:lnTo>
                      <a:pt x="5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1" y="8"/>
                    </a:lnTo>
                    <a:lnTo>
                      <a:pt x="2" y="8"/>
                    </a:lnTo>
                    <a:lnTo>
                      <a:pt x="3" y="8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9" y="6"/>
                    </a:lnTo>
                    <a:lnTo>
                      <a:pt x="14" y="4"/>
                    </a:lnTo>
                    <a:lnTo>
                      <a:pt x="19" y="3"/>
                    </a:lnTo>
                    <a:lnTo>
                      <a:pt x="23" y="1"/>
                    </a:lnTo>
                    <a:lnTo>
                      <a:pt x="26" y="1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113"/>
              <p:cNvSpPr>
                <a:spLocks/>
              </p:cNvSpPr>
              <p:nvPr/>
            </p:nvSpPr>
            <p:spPr bwMode="auto">
              <a:xfrm>
                <a:off x="4340225" y="1779588"/>
                <a:ext cx="28575" cy="3175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8" y="0"/>
                  </a:cxn>
                  <a:cxn ang="0">
                    <a:pos x="15" y="11"/>
                  </a:cxn>
                  <a:cxn ang="0">
                    <a:pos x="18" y="14"/>
                  </a:cxn>
                  <a:cxn ang="0">
                    <a:pos x="18" y="18"/>
                  </a:cxn>
                  <a:cxn ang="0">
                    <a:pos x="16" y="20"/>
                  </a:cxn>
                  <a:cxn ang="0">
                    <a:pos x="13" y="20"/>
                  </a:cxn>
                  <a:cxn ang="0">
                    <a:pos x="10" y="20"/>
                  </a:cxn>
                  <a:cxn ang="0">
                    <a:pos x="7" y="19"/>
                  </a:cxn>
                  <a:cxn ang="0">
                    <a:pos x="4" y="17"/>
                  </a:cxn>
                  <a:cxn ang="0">
                    <a:pos x="1" y="14"/>
                  </a:cxn>
                  <a:cxn ang="0">
                    <a:pos x="0" y="10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20">
                    <a:moveTo>
                      <a:pt x="3" y="0"/>
                    </a:moveTo>
                    <a:lnTo>
                      <a:pt x="8" y="0"/>
                    </a:lnTo>
                    <a:lnTo>
                      <a:pt x="15" y="11"/>
                    </a:lnTo>
                    <a:lnTo>
                      <a:pt x="18" y="14"/>
                    </a:lnTo>
                    <a:lnTo>
                      <a:pt x="18" y="18"/>
                    </a:lnTo>
                    <a:lnTo>
                      <a:pt x="16" y="20"/>
                    </a:lnTo>
                    <a:lnTo>
                      <a:pt x="13" y="20"/>
                    </a:lnTo>
                    <a:lnTo>
                      <a:pt x="10" y="20"/>
                    </a:lnTo>
                    <a:lnTo>
                      <a:pt x="7" y="19"/>
                    </a:lnTo>
                    <a:lnTo>
                      <a:pt x="4" y="17"/>
                    </a:lnTo>
                    <a:lnTo>
                      <a:pt x="1" y="14"/>
                    </a:lnTo>
                    <a:lnTo>
                      <a:pt x="0" y="10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114"/>
              <p:cNvSpPr>
                <a:spLocks/>
              </p:cNvSpPr>
              <p:nvPr/>
            </p:nvSpPr>
            <p:spPr bwMode="auto">
              <a:xfrm>
                <a:off x="4375150" y="1773238"/>
                <a:ext cx="131763" cy="4445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12" y="1"/>
                  </a:cxn>
                  <a:cxn ang="0">
                    <a:pos x="17" y="2"/>
                  </a:cxn>
                  <a:cxn ang="0">
                    <a:pos x="22" y="4"/>
                  </a:cxn>
                  <a:cxn ang="0">
                    <a:pos x="32" y="14"/>
                  </a:cxn>
                  <a:cxn ang="0">
                    <a:pos x="38" y="18"/>
                  </a:cxn>
                  <a:cxn ang="0">
                    <a:pos x="38" y="18"/>
                  </a:cxn>
                  <a:cxn ang="0">
                    <a:pos x="38" y="17"/>
                  </a:cxn>
                  <a:cxn ang="0">
                    <a:pos x="38" y="16"/>
                  </a:cxn>
                  <a:cxn ang="0">
                    <a:pos x="38" y="15"/>
                  </a:cxn>
                  <a:cxn ang="0">
                    <a:pos x="38" y="15"/>
                  </a:cxn>
                  <a:cxn ang="0">
                    <a:pos x="50" y="17"/>
                  </a:cxn>
                  <a:cxn ang="0">
                    <a:pos x="50" y="16"/>
                  </a:cxn>
                  <a:cxn ang="0">
                    <a:pos x="56" y="13"/>
                  </a:cxn>
                  <a:cxn ang="0">
                    <a:pos x="62" y="13"/>
                  </a:cxn>
                  <a:cxn ang="0">
                    <a:pos x="68" y="13"/>
                  </a:cxn>
                  <a:cxn ang="0">
                    <a:pos x="74" y="16"/>
                  </a:cxn>
                  <a:cxn ang="0">
                    <a:pos x="79" y="20"/>
                  </a:cxn>
                  <a:cxn ang="0">
                    <a:pos x="83" y="25"/>
                  </a:cxn>
                  <a:cxn ang="0">
                    <a:pos x="83" y="27"/>
                  </a:cxn>
                  <a:cxn ang="0">
                    <a:pos x="81" y="28"/>
                  </a:cxn>
                  <a:cxn ang="0">
                    <a:pos x="78" y="28"/>
                  </a:cxn>
                  <a:cxn ang="0">
                    <a:pos x="75" y="27"/>
                  </a:cxn>
                  <a:cxn ang="0">
                    <a:pos x="72" y="27"/>
                  </a:cxn>
                  <a:cxn ang="0">
                    <a:pos x="69" y="27"/>
                  </a:cxn>
                  <a:cxn ang="0">
                    <a:pos x="68" y="26"/>
                  </a:cxn>
                  <a:cxn ang="0">
                    <a:pos x="68" y="25"/>
                  </a:cxn>
                  <a:cxn ang="0">
                    <a:pos x="67" y="24"/>
                  </a:cxn>
                  <a:cxn ang="0">
                    <a:pos x="67" y="23"/>
                  </a:cxn>
                  <a:cxn ang="0">
                    <a:pos x="66" y="23"/>
                  </a:cxn>
                  <a:cxn ang="0">
                    <a:pos x="65" y="22"/>
                  </a:cxn>
                  <a:cxn ang="0">
                    <a:pos x="64" y="23"/>
                  </a:cxn>
                  <a:cxn ang="0">
                    <a:pos x="64" y="26"/>
                  </a:cxn>
                  <a:cxn ang="0">
                    <a:pos x="63" y="27"/>
                  </a:cxn>
                  <a:cxn ang="0">
                    <a:pos x="62" y="28"/>
                  </a:cxn>
                  <a:cxn ang="0">
                    <a:pos x="62" y="28"/>
                  </a:cxn>
                  <a:cxn ang="0">
                    <a:pos x="61" y="27"/>
                  </a:cxn>
                  <a:cxn ang="0">
                    <a:pos x="60" y="27"/>
                  </a:cxn>
                  <a:cxn ang="0">
                    <a:pos x="58" y="26"/>
                  </a:cxn>
                  <a:cxn ang="0">
                    <a:pos x="34" y="19"/>
                  </a:cxn>
                  <a:cxn ang="0">
                    <a:pos x="22" y="15"/>
                  </a:cxn>
                  <a:cxn ang="0">
                    <a:pos x="21" y="15"/>
                  </a:cxn>
                  <a:cxn ang="0">
                    <a:pos x="21" y="14"/>
                  </a:cxn>
                  <a:cxn ang="0">
                    <a:pos x="20" y="12"/>
                  </a:cxn>
                  <a:cxn ang="0">
                    <a:pos x="20" y="11"/>
                  </a:cxn>
                  <a:cxn ang="0">
                    <a:pos x="19" y="9"/>
                  </a:cxn>
                  <a:cxn ang="0">
                    <a:pos x="17" y="7"/>
                  </a:cxn>
                  <a:cxn ang="0">
                    <a:pos x="8" y="7"/>
                  </a:cxn>
                  <a:cxn ang="0">
                    <a:pos x="5" y="7"/>
                  </a:cxn>
                  <a:cxn ang="0">
                    <a:pos x="2" y="6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3" y="0"/>
                  </a:cxn>
                  <a:cxn ang="0">
                    <a:pos x="4" y="0"/>
                  </a:cxn>
                </a:cxnLst>
                <a:rect l="0" t="0" r="r" b="b"/>
                <a:pathLst>
                  <a:path w="83" h="28">
                    <a:moveTo>
                      <a:pt x="4" y="0"/>
                    </a:moveTo>
                    <a:lnTo>
                      <a:pt x="6" y="0"/>
                    </a:lnTo>
                    <a:lnTo>
                      <a:pt x="12" y="1"/>
                    </a:lnTo>
                    <a:lnTo>
                      <a:pt x="17" y="2"/>
                    </a:lnTo>
                    <a:lnTo>
                      <a:pt x="22" y="4"/>
                    </a:lnTo>
                    <a:lnTo>
                      <a:pt x="32" y="14"/>
                    </a:lnTo>
                    <a:lnTo>
                      <a:pt x="38" y="18"/>
                    </a:lnTo>
                    <a:lnTo>
                      <a:pt x="38" y="18"/>
                    </a:lnTo>
                    <a:lnTo>
                      <a:pt x="38" y="17"/>
                    </a:lnTo>
                    <a:lnTo>
                      <a:pt x="38" y="16"/>
                    </a:lnTo>
                    <a:lnTo>
                      <a:pt x="38" y="15"/>
                    </a:lnTo>
                    <a:lnTo>
                      <a:pt x="38" y="15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6" y="13"/>
                    </a:lnTo>
                    <a:lnTo>
                      <a:pt x="62" y="13"/>
                    </a:lnTo>
                    <a:lnTo>
                      <a:pt x="68" y="13"/>
                    </a:lnTo>
                    <a:lnTo>
                      <a:pt x="74" y="16"/>
                    </a:lnTo>
                    <a:lnTo>
                      <a:pt x="79" y="20"/>
                    </a:lnTo>
                    <a:lnTo>
                      <a:pt x="83" y="25"/>
                    </a:lnTo>
                    <a:lnTo>
                      <a:pt x="83" y="27"/>
                    </a:lnTo>
                    <a:lnTo>
                      <a:pt x="81" y="28"/>
                    </a:lnTo>
                    <a:lnTo>
                      <a:pt x="78" y="28"/>
                    </a:lnTo>
                    <a:lnTo>
                      <a:pt x="75" y="27"/>
                    </a:lnTo>
                    <a:lnTo>
                      <a:pt x="72" y="27"/>
                    </a:lnTo>
                    <a:lnTo>
                      <a:pt x="69" y="27"/>
                    </a:lnTo>
                    <a:lnTo>
                      <a:pt x="68" y="26"/>
                    </a:lnTo>
                    <a:lnTo>
                      <a:pt x="68" y="25"/>
                    </a:lnTo>
                    <a:lnTo>
                      <a:pt x="67" y="24"/>
                    </a:lnTo>
                    <a:lnTo>
                      <a:pt x="67" y="23"/>
                    </a:lnTo>
                    <a:lnTo>
                      <a:pt x="66" y="23"/>
                    </a:lnTo>
                    <a:lnTo>
                      <a:pt x="65" y="22"/>
                    </a:lnTo>
                    <a:lnTo>
                      <a:pt x="64" y="23"/>
                    </a:lnTo>
                    <a:lnTo>
                      <a:pt x="64" y="26"/>
                    </a:lnTo>
                    <a:lnTo>
                      <a:pt x="63" y="27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1" y="27"/>
                    </a:lnTo>
                    <a:lnTo>
                      <a:pt x="60" y="27"/>
                    </a:lnTo>
                    <a:lnTo>
                      <a:pt x="58" y="26"/>
                    </a:lnTo>
                    <a:lnTo>
                      <a:pt x="34" y="19"/>
                    </a:lnTo>
                    <a:lnTo>
                      <a:pt x="22" y="15"/>
                    </a:lnTo>
                    <a:lnTo>
                      <a:pt x="21" y="15"/>
                    </a:lnTo>
                    <a:lnTo>
                      <a:pt x="21" y="14"/>
                    </a:lnTo>
                    <a:lnTo>
                      <a:pt x="20" y="12"/>
                    </a:lnTo>
                    <a:lnTo>
                      <a:pt x="20" y="11"/>
                    </a:lnTo>
                    <a:lnTo>
                      <a:pt x="19" y="9"/>
                    </a:lnTo>
                    <a:lnTo>
                      <a:pt x="17" y="7"/>
                    </a:lnTo>
                    <a:lnTo>
                      <a:pt x="8" y="7"/>
                    </a:lnTo>
                    <a:lnTo>
                      <a:pt x="5" y="7"/>
                    </a:lnTo>
                    <a:lnTo>
                      <a:pt x="2" y="6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115"/>
              <p:cNvSpPr>
                <a:spLocks noEditPoints="1"/>
              </p:cNvSpPr>
              <p:nvPr/>
            </p:nvSpPr>
            <p:spPr bwMode="auto">
              <a:xfrm>
                <a:off x="4291012" y="1776413"/>
                <a:ext cx="3175" cy="7938"/>
              </a:xfrm>
              <a:custGeom>
                <a:avLst/>
                <a:gdLst/>
                <a:ahLst/>
                <a:cxnLst>
                  <a:cxn ang="0">
                    <a:pos x="1" y="3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0"/>
                  </a:cxn>
                  <a:cxn ang="0">
                    <a:pos x="1" y="3"/>
                  </a:cxn>
                  <a:cxn ang="0">
                    <a:pos x="2" y="0"/>
                  </a:cxn>
                </a:cxnLst>
                <a:rect l="0" t="0" r="r" b="b"/>
                <a:pathLst>
                  <a:path w="2" h="5">
                    <a:moveTo>
                      <a:pt x="1" y="3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1" y="3"/>
                    </a:lnTo>
                    <a:close/>
                    <a:moveTo>
                      <a:pt x="2" y="0"/>
                    </a:moveTo>
                    <a:lnTo>
                      <a:pt x="1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116"/>
              <p:cNvSpPr>
                <a:spLocks noEditPoints="1"/>
              </p:cNvSpPr>
              <p:nvPr/>
            </p:nvSpPr>
            <p:spPr bwMode="auto">
              <a:xfrm>
                <a:off x="4294187" y="1770063"/>
                <a:ext cx="3175" cy="4763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lnTo>
                      <a:pt x="1" y="2"/>
                    </a:lnTo>
                    <a:lnTo>
                      <a:pt x="0" y="3"/>
                    </a:lnTo>
                    <a:lnTo>
                      <a:pt x="1" y="1"/>
                    </a:lnTo>
                    <a:close/>
                    <a:moveTo>
                      <a:pt x="2" y="0"/>
                    </a:moveTo>
                    <a:lnTo>
                      <a:pt x="2" y="1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117"/>
              <p:cNvSpPr>
                <a:spLocks/>
              </p:cNvSpPr>
              <p:nvPr/>
            </p:nvSpPr>
            <p:spPr bwMode="auto">
              <a:xfrm>
                <a:off x="4243387" y="1779588"/>
                <a:ext cx="68263" cy="3333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7" y="3"/>
                  </a:cxn>
                  <a:cxn ang="0">
                    <a:pos x="20" y="6"/>
                  </a:cxn>
                  <a:cxn ang="0">
                    <a:pos x="23" y="9"/>
                  </a:cxn>
                  <a:cxn ang="0">
                    <a:pos x="26" y="10"/>
                  </a:cxn>
                  <a:cxn ang="0">
                    <a:pos x="28" y="9"/>
                  </a:cxn>
                  <a:cxn ang="0">
                    <a:pos x="29" y="8"/>
                  </a:cxn>
                  <a:cxn ang="0">
                    <a:pos x="29" y="7"/>
                  </a:cxn>
                  <a:cxn ang="0">
                    <a:pos x="30" y="5"/>
                  </a:cxn>
                  <a:cxn ang="0">
                    <a:pos x="30" y="3"/>
                  </a:cxn>
                  <a:cxn ang="0">
                    <a:pos x="31" y="4"/>
                  </a:cxn>
                  <a:cxn ang="0">
                    <a:pos x="33" y="6"/>
                  </a:cxn>
                  <a:cxn ang="0">
                    <a:pos x="37" y="6"/>
                  </a:cxn>
                  <a:cxn ang="0">
                    <a:pos x="40" y="8"/>
                  </a:cxn>
                  <a:cxn ang="0">
                    <a:pos x="43" y="10"/>
                  </a:cxn>
                  <a:cxn ang="0">
                    <a:pos x="43" y="11"/>
                  </a:cxn>
                  <a:cxn ang="0">
                    <a:pos x="43" y="12"/>
                  </a:cxn>
                  <a:cxn ang="0">
                    <a:pos x="42" y="13"/>
                  </a:cxn>
                  <a:cxn ang="0">
                    <a:pos x="41" y="14"/>
                  </a:cxn>
                  <a:cxn ang="0">
                    <a:pos x="40" y="15"/>
                  </a:cxn>
                  <a:cxn ang="0">
                    <a:pos x="39" y="16"/>
                  </a:cxn>
                  <a:cxn ang="0">
                    <a:pos x="38" y="16"/>
                  </a:cxn>
                  <a:cxn ang="0">
                    <a:pos x="33" y="16"/>
                  </a:cxn>
                  <a:cxn ang="0">
                    <a:pos x="24" y="15"/>
                  </a:cxn>
                  <a:cxn ang="0">
                    <a:pos x="18" y="17"/>
                  </a:cxn>
                  <a:cxn ang="0">
                    <a:pos x="14" y="19"/>
                  </a:cxn>
                  <a:cxn ang="0">
                    <a:pos x="9" y="21"/>
                  </a:cxn>
                  <a:cxn ang="0">
                    <a:pos x="4" y="20"/>
                  </a:cxn>
                  <a:cxn ang="0">
                    <a:pos x="3" y="19"/>
                  </a:cxn>
                  <a:cxn ang="0">
                    <a:pos x="12" y="15"/>
                  </a:cxn>
                  <a:cxn ang="0">
                    <a:pos x="15" y="13"/>
                  </a:cxn>
                  <a:cxn ang="0">
                    <a:pos x="15" y="11"/>
                  </a:cxn>
                  <a:cxn ang="0">
                    <a:pos x="14" y="10"/>
                  </a:cxn>
                  <a:cxn ang="0">
                    <a:pos x="12" y="10"/>
                  </a:cxn>
                  <a:cxn ang="0">
                    <a:pos x="8" y="11"/>
                  </a:cxn>
                  <a:cxn ang="0">
                    <a:pos x="5" y="12"/>
                  </a:cxn>
                  <a:cxn ang="0">
                    <a:pos x="2" y="12"/>
                  </a:cxn>
                  <a:cxn ang="0">
                    <a:pos x="1" y="12"/>
                  </a:cxn>
                  <a:cxn ang="0">
                    <a:pos x="2" y="12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0" y="10"/>
                  </a:cxn>
                  <a:cxn ang="0">
                    <a:pos x="3" y="7"/>
                  </a:cxn>
                  <a:cxn ang="0">
                    <a:pos x="7" y="5"/>
                  </a:cxn>
                  <a:cxn ang="0">
                    <a:pos x="11" y="2"/>
                  </a:cxn>
                  <a:cxn ang="0">
                    <a:pos x="13" y="1"/>
                  </a:cxn>
                  <a:cxn ang="0">
                    <a:pos x="14" y="0"/>
                  </a:cxn>
                </a:cxnLst>
                <a:rect l="0" t="0" r="r" b="b"/>
                <a:pathLst>
                  <a:path w="43" h="21">
                    <a:moveTo>
                      <a:pt x="14" y="0"/>
                    </a:moveTo>
                    <a:lnTo>
                      <a:pt x="17" y="3"/>
                    </a:lnTo>
                    <a:lnTo>
                      <a:pt x="20" y="6"/>
                    </a:lnTo>
                    <a:lnTo>
                      <a:pt x="23" y="9"/>
                    </a:lnTo>
                    <a:lnTo>
                      <a:pt x="26" y="10"/>
                    </a:lnTo>
                    <a:lnTo>
                      <a:pt x="28" y="9"/>
                    </a:lnTo>
                    <a:lnTo>
                      <a:pt x="29" y="8"/>
                    </a:lnTo>
                    <a:lnTo>
                      <a:pt x="29" y="7"/>
                    </a:lnTo>
                    <a:lnTo>
                      <a:pt x="30" y="5"/>
                    </a:lnTo>
                    <a:lnTo>
                      <a:pt x="30" y="3"/>
                    </a:lnTo>
                    <a:lnTo>
                      <a:pt x="31" y="4"/>
                    </a:lnTo>
                    <a:lnTo>
                      <a:pt x="33" y="6"/>
                    </a:lnTo>
                    <a:lnTo>
                      <a:pt x="37" y="6"/>
                    </a:lnTo>
                    <a:lnTo>
                      <a:pt x="40" y="8"/>
                    </a:lnTo>
                    <a:lnTo>
                      <a:pt x="43" y="10"/>
                    </a:lnTo>
                    <a:lnTo>
                      <a:pt x="43" y="11"/>
                    </a:lnTo>
                    <a:lnTo>
                      <a:pt x="43" y="12"/>
                    </a:lnTo>
                    <a:lnTo>
                      <a:pt x="42" y="13"/>
                    </a:lnTo>
                    <a:lnTo>
                      <a:pt x="41" y="14"/>
                    </a:lnTo>
                    <a:lnTo>
                      <a:pt x="40" y="15"/>
                    </a:lnTo>
                    <a:lnTo>
                      <a:pt x="39" y="16"/>
                    </a:lnTo>
                    <a:lnTo>
                      <a:pt x="38" y="16"/>
                    </a:lnTo>
                    <a:lnTo>
                      <a:pt x="33" y="16"/>
                    </a:lnTo>
                    <a:lnTo>
                      <a:pt x="24" y="15"/>
                    </a:lnTo>
                    <a:lnTo>
                      <a:pt x="18" y="17"/>
                    </a:lnTo>
                    <a:lnTo>
                      <a:pt x="14" y="19"/>
                    </a:lnTo>
                    <a:lnTo>
                      <a:pt x="9" y="21"/>
                    </a:lnTo>
                    <a:lnTo>
                      <a:pt x="4" y="20"/>
                    </a:lnTo>
                    <a:lnTo>
                      <a:pt x="3" y="19"/>
                    </a:lnTo>
                    <a:lnTo>
                      <a:pt x="12" y="15"/>
                    </a:lnTo>
                    <a:lnTo>
                      <a:pt x="15" y="13"/>
                    </a:lnTo>
                    <a:lnTo>
                      <a:pt x="15" y="11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8" y="11"/>
                    </a:lnTo>
                    <a:lnTo>
                      <a:pt x="5" y="12"/>
                    </a:lnTo>
                    <a:lnTo>
                      <a:pt x="2" y="12"/>
                    </a:lnTo>
                    <a:lnTo>
                      <a:pt x="1" y="12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3" y="7"/>
                    </a:lnTo>
                    <a:lnTo>
                      <a:pt x="7" y="5"/>
                    </a:lnTo>
                    <a:lnTo>
                      <a:pt x="11" y="2"/>
                    </a:lnTo>
                    <a:lnTo>
                      <a:pt x="13" y="1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118"/>
              <p:cNvSpPr>
                <a:spLocks/>
              </p:cNvSpPr>
              <p:nvPr/>
            </p:nvSpPr>
            <p:spPr bwMode="auto">
              <a:xfrm>
                <a:off x="4057650" y="1560513"/>
                <a:ext cx="47625" cy="12700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30" y="0"/>
                  </a:cxn>
                  <a:cxn ang="0">
                    <a:pos x="29" y="0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9" y="2"/>
                  </a:cxn>
                  <a:cxn ang="0">
                    <a:pos x="17" y="2"/>
                  </a:cxn>
                  <a:cxn ang="0">
                    <a:pos x="10" y="5"/>
                  </a:cxn>
                  <a:cxn ang="0">
                    <a:pos x="3" y="8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2" y="5"/>
                  </a:cxn>
                  <a:cxn ang="0">
                    <a:pos x="5" y="3"/>
                  </a:cxn>
                  <a:cxn ang="0">
                    <a:pos x="7" y="2"/>
                  </a:cxn>
                  <a:cxn ang="0">
                    <a:pos x="8" y="2"/>
                  </a:cxn>
                  <a:cxn ang="0">
                    <a:pos x="15" y="1"/>
                  </a:cxn>
                  <a:cxn ang="0">
                    <a:pos x="22" y="0"/>
                  </a:cxn>
                </a:cxnLst>
                <a:rect l="0" t="0" r="r" b="b"/>
                <a:pathLst>
                  <a:path w="30" h="8">
                    <a:moveTo>
                      <a:pt x="22" y="0"/>
                    </a:moveTo>
                    <a:lnTo>
                      <a:pt x="30" y="0"/>
                    </a:lnTo>
                    <a:lnTo>
                      <a:pt x="29" y="0"/>
                    </a:lnTo>
                    <a:lnTo>
                      <a:pt x="26" y="0"/>
                    </a:lnTo>
                    <a:lnTo>
                      <a:pt x="23" y="1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0" y="5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5" y="3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15" y="1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Freeform 119"/>
              <p:cNvSpPr>
                <a:spLocks/>
              </p:cNvSpPr>
              <p:nvPr/>
            </p:nvSpPr>
            <p:spPr bwMode="auto">
              <a:xfrm>
                <a:off x="4030662" y="1576388"/>
                <a:ext cx="30163" cy="9525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19" y="0"/>
                  </a:cxn>
                  <a:cxn ang="0">
                    <a:pos x="11" y="3"/>
                  </a:cxn>
                  <a:cxn ang="0">
                    <a:pos x="3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2" y="3"/>
                  </a:cxn>
                  <a:cxn ang="0">
                    <a:pos x="6" y="2"/>
                  </a:cxn>
                  <a:cxn ang="0">
                    <a:pos x="10" y="0"/>
                  </a:cxn>
                  <a:cxn ang="0">
                    <a:pos x="15" y="0"/>
                  </a:cxn>
                </a:cxnLst>
                <a:rect l="0" t="0" r="r" b="b"/>
                <a:pathLst>
                  <a:path w="19" h="6">
                    <a:moveTo>
                      <a:pt x="15" y="0"/>
                    </a:moveTo>
                    <a:lnTo>
                      <a:pt x="19" y="0"/>
                    </a:lnTo>
                    <a:lnTo>
                      <a:pt x="11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6" y="2"/>
                    </a:lnTo>
                    <a:lnTo>
                      <a:pt x="10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Freeform 120"/>
              <p:cNvSpPr>
                <a:spLocks noEditPoints="1"/>
              </p:cNvSpPr>
              <p:nvPr/>
            </p:nvSpPr>
            <p:spPr bwMode="auto">
              <a:xfrm>
                <a:off x="4097337" y="1543050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lnTo>
                      <a:pt x="1" y="1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Freeform 121"/>
              <p:cNvSpPr>
                <a:spLocks/>
              </p:cNvSpPr>
              <p:nvPr/>
            </p:nvSpPr>
            <p:spPr bwMode="auto">
              <a:xfrm>
                <a:off x="4108450" y="1797050"/>
                <a:ext cx="109538" cy="66675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2" y="0"/>
                  </a:cxn>
                  <a:cxn ang="0">
                    <a:pos x="36" y="1"/>
                  </a:cxn>
                  <a:cxn ang="0">
                    <a:pos x="40" y="2"/>
                  </a:cxn>
                  <a:cxn ang="0">
                    <a:pos x="44" y="4"/>
                  </a:cxn>
                  <a:cxn ang="0">
                    <a:pos x="48" y="6"/>
                  </a:cxn>
                  <a:cxn ang="0">
                    <a:pos x="51" y="8"/>
                  </a:cxn>
                  <a:cxn ang="0">
                    <a:pos x="52" y="8"/>
                  </a:cxn>
                  <a:cxn ang="0">
                    <a:pos x="53" y="8"/>
                  </a:cxn>
                  <a:cxn ang="0">
                    <a:pos x="56" y="7"/>
                  </a:cxn>
                  <a:cxn ang="0">
                    <a:pos x="59" y="7"/>
                  </a:cxn>
                  <a:cxn ang="0">
                    <a:pos x="62" y="7"/>
                  </a:cxn>
                  <a:cxn ang="0">
                    <a:pos x="65" y="7"/>
                  </a:cxn>
                  <a:cxn ang="0">
                    <a:pos x="67" y="8"/>
                  </a:cxn>
                  <a:cxn ang="0">
                    <a:pos x="69" y="11"/>
                  </a:cxn>
                  <a:cxn ang="0">
                    <a:pos x="69" y="14"/>
                  </a:cxn>
                  <a:cxn ang="0">
                    <a:pos x="68" y="18"/>
                  </a:cxn>
                  <a:cxn ang="0">
                    <a:pos x="66" y="20"/>
                  </a:cxn>
                  <a:cxn ang="0">
                    <a:pos x="63" y="21"/>
                  </a:cxn>
                  <a:cxn ang="0">
                    <a:pos x="59" y="21"/>
                  </a:cxn>
                  <a:cxn ang="0">
                    <a:pos x="56" y="22"/>
                  </a:cxn>
                  <a:cxn ang="0">
                    <a:pos x="53" y="22"/>
                  </a:cxn>
                  <a:cxn ang="0">
                    <a:pos x="48" y="24"/>
                  </a:cxn>
                  <a:cxn ang="0">
                    <a:pos x="42" y="26"/>
                  </a:cxn>
                  <a:cxn ang="0">
                    <a:pos x="38" y="27"/>
                  </a:cxn>
                  <a:cxn ang="0">
                    <a:pos x="34" y="29"/>
                  </a:cxn>
                  <a:cxn ang="0">
                    <a:pos x="23" y="40"/>
                  </a:cxn>
                  <a:cxn ang="0">
                    <a:pos x="19" y="41"/>
                  </a:cxn>
                  <a:cxn ang="0">
                    <a:pos x="15" y="42"/>
                  </a:cxn>
                  <a:cxn ang="0">
                    <a:pos x="10" y="40"/>
                  </a:cxn>
                  <a:cxn ang="0">
                    <a:pos x="4" y="36"/>
                  </a:cxn>
                  <a:cxn ang="0">
                    <a:pos x="1" y="33"/>
                  </a:cxn>
                  <a:cxn ang="0">
                    <a:pos x="0" y="30"/>
                  </a:cxn>
                  <a:cxn ang="0">
                    <a:pos x="0" y="28"/>
                  </a:cxn>
                  <a:cxn ang="0">
                    <a:pos x="2" y="26"/>
                  </a:cxn>
                  <a:cxn ang="0">
                    <a:pos x="14" y="20"/>
                  </a:cxn>
                  <a:cxn ang="0">
                    <a:pos x="15" y="17"/>
                  </a:cxn>
                  <a:cxn ang="0">
                    <a:pos x="16" y="16"/>
                  </a:cxn>
                  <a:cxn ang="0">
                    <a:pos x="19" y="16"/>
                  </a:cxn>
                  <a:cxn ang="0">
                    <a:pos x="26" y="12"/>
                  </a:cxn>
                  <a:cxn ang="0">
                    <a:pos x="31" y="7"/>
                  </a:cxn>
                  <a:cxn ang="0">
                    <a:pos x="31" y="1"/>
                  </a:cxn>
                  <a:cxn ang="0">
                    <a:pos x="31" y="0"/>
                  </a:cxn>
                </a:cxnLst>
                <a:rect l="0" t="0" r="r" b="b"/>
                <a:pathLst>
                  <a:path w="69" h="42">
                    <a:moveTo>
                      <a:pt x="31" y="0"/>
                    </a:moveTo>
                    <a:lnTo>
                      <a:pt x="32" y="0"/>
                    </a:lnTo>
                    <a:lnTo>
                      <a:pt x="36" y="1"/>
                    </a:lnTo>
                    <a:lnTo>
                      <a:pt x="40" y="2"/>
                    </a:lnTo>
                    <a:lnTo>
                      <a:pt x="44" y="4"/>
                    </a:lnTo>
                    <a:lnTo>
                      <a:pt x="48" y="6"/>
                    </a:lnTo>
                    <a:lnTo>
                      <a:pt x="51" y="8"/>
                    </a:lnTo>
                    <a:lnTo>
                      <a:pt x="52" y="8"/>
                    </a:lnTo>
                    <a:lnTo>
                      <a:pt x="53" y="8"/>
                    </a:lnTo>
                    <a:lnTo>
                      <a:pt x="56" y="7"/>
                    </a:lnTo>
                    <a:lnTo>
                      <a:pt x="59" y="7"/>
                    </a:lnTo>
                    <a:lnTo>
                      <a:pt x="62" y="7"/>
                    </a:lnTo>
                    <a:lnTo>
                      <a:pt x="65" y="7"/>
                    </a:lnTo>
                    <a:lnTo>
                      <a:pt x="67" y="8"/>
                    </a:lnTo>
                    <a:lnTo>
                      <a:pt x="69" y="11"/>
                    </a:lnTo>
                    <a:lnTo>
                      <a:pt x="69" y="14"/>
                    </a:lnTo>
                    <a:lnTo>
                      <a:pt x="68" y="18"/>
                    </a:lnTo>
                    <a:lnTo>
                      <a:pt x="66" y="20"/>
                    </a:lnTo>
                    <a:lnTo>
                      <a:pt x="63" y="21"/>
                    </a:lnTo>
                    <a:lnTo>
                      <a:pt x="59" y="21"/>
                    </a:lnTo>
                    <a:lnTo>
                      <a:pt x="56" y="22"/>
                    </a:lnTo>
                    <a:lnTo>
                      <a:pt x="53" y="22"/>
                    </a:lnTo>
                    <a:lnTo>
                      <a:pt x="48" y="24"/>
                    </a:lnTo>
                    <a:lnTo>
                      <a:pt x="42" y="26"/>
                    </a:lnTo>
                    <a:lnTo>
                      <a:pt x="38" y="27"/>
                    </a:lnTo>
                    <a:lnTo>
                      <a:pt x="34" y="29"/>
                    </a:lnTo>
                    <a:lnTo>
                      <a:pt x="23" y="40"/>
                    </a:lnTo>
                    <a:lnTo>
                      <a:pt x="19" y="41"/>
                    </a:lnTo>
                    <a:lnTo>
                      <a:pt x="15" y="42"/>
                    </a:lnTo>
                    <a:lnTo>
                      <a:pt x="10" y="40"/>
                    </a:lnTo>
                    <a:lnTo>
                      <a:pt x="4" y="36"/>
                    </a:lnTo>
                    <a:lnTo>
                      <a:pt x="1" y="33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2" y="26"/>
                    </a:lnTo>
                    <a:lnTo>
                      <a:pt x="14" y="20"/>
                    </a:lnTo>
                    <a:lnTo>
                      <a:pt x="15" y="17"/>
                    </a:lnTo>
                    <a:lnTo>
                      <a:pt x="16" y="16"/>
                    </a:lnTo>
                    <a:lnTo>
                      <a:pt x="19" y="16"/>
                    </a:lnTo>
                    <a:lnTo>
                      <a:pt x="26" y="12"/>
                    </a:lnTo>
                    <a:lnTo>
                      <a:pt x="31" y="7"/>
                    </a:lnTo>
                    <a:lnTo>
                      <a:pt x="31" y="1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Freeform 122"/>
              <p:cNvSpPr>
                <a:spLocks/>
              </p:cNvSpPr>
              <p:nvPr/>
            </p:nvSpPr>
            <p:spPr bwMode="auto">
              <a:xfrm>
                <a:off x="4316412" y="1828800"/>
                <a:ext cx="57150" cy="49213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1" y="5"/>
                  </a:cxn>
                  <a:cxn ang="0">
                    <a:pos x="22" y="9"/>
                  </a:cxn>
                  <a:cxn ang="0">
                    <a:pos x="25" y="12"/>
                  </a:cxn>
                  <a:cxn ang="0">
                    <a:pos x="27" y="14"/>
                  </a:cxn>
                  <a:cxn ang="0">
                    <a:pos x="29" y="14"/>
                  </a:cxn>
                  <a:cxn ang="0">
                    <a:pos x="31" y="13"/>
                  </a:cxn>
                  <a:cxn ang="0">
                    <a:pos x="35" y="11"/>
                  </a:cxn>
                  <a:cxn ang="0">
                    <a:pos x="36" y="11"/>
                  </a:cxn>
                  <a:cxn ang="0">
                    <a:pos x="36" y="12"/>
                  </a:cxn>
                  <a:cxn ang="0">
                    <a:pos x="36" y="15"/>
                  </a:cxn>
                  <a:cxn ang="0">
                    <a:pos x="36" y="20"/>
                  </a:cxn>
                  <a:cxn ang="0">
                    <a:pos x="35" y="28"/>
                  </a:cxn>
                  <a:cxn ang="0">
                    <a:pos x="34" y="30"/>
                  </a:cxn>
                  <a:cxn ang="0">
                    <a:pos x="31" y="31"/>
                  </a:cxn>
                  <a:cxn ang="0">
                    <a:pos x="29" y="30"/>
                  </a:cxn>
                  <a:cxn ang="0">
                    <a:pos x="24" y="28"/>
                  </a:cxn>
                  <a:cxn ang="0">
                    <a:pos x="21" y="28"/>
                  </a:cxn>
                  <a:cxn ang="0">
                    <a:pos x="18" y="28"/>
                  </a:cxn>
                  <a:cxn ang="0">
                    <a:pos x="15" y="28"/>
                  </a:cxn>
                  <a:cxn ang="0">
                    <a:pos x="13" y="26"/>
                  </a:cxn>
                  <a:cxn ang="0">
                    <a:pos x="13" y="25"/>
                  </a:cxn>
                  <a:cxn ang="0">
                    <a:pos x="12" y="23"/>
                  </a:cxn>
                  <a:cxn ang="0">
                    <a:pos x="11" y="22"/>
                  </a:cxn>
                  <a:cxn ang="0">
                    <a:pos x="8" y="20"/>
                  </a:cxn>
                  <a:cxn ang="0">
                    <a:pos x="4" y="18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1" y="12"/>
                  </a:cxn>
                  <a:cxn ang="0">
                    <a:pos x="2" y="11"/>
                  </a:cxn>
                  <a:cxn ang="0">
                    <a:pos x="3" y="10"/>
                  </a:cxn>
                  <a:cxn ang="0">
                    <a:pos x="4" y="10"/>
                  </a:cxn>
                  <a:cxn ang="0">
                    <a:pos x="6" y="11"/>
                  </a:cxn>
                  <a:cxn ang="0">
                    <a:pos x="7" y="12"/>
                  </a:cxn>
                  <a:cxn ang="0">
                    <a:pos x="7" y="14"/>
                  </a:cxn>
                  <a:cxn ang="0">
                    <a:pos x="8" y="15"/>
                  </a:cxn>
                  <a:cxn ang="0">
                    <a:pos x="10" y="16"/>
                  </a:cxn>
                  <a:cxn ang="0">
                    <a:pos x="13" y="15"/>
                  </a:cxn>
                  <a:cxn ang="0">
                    <a:pos x="15" y="12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19" y="1"/>
                  </a:cxn>
                  <a:cxn ang="0">
                    <a:pos x="19" y="0"/>
                  </a:cxn>
                </a:cxnLst>
                <a:rect l="0" t="0" r="r" b="b"/>
                <a:pathLst>
                  <a:path w="36" h="31">
                    <a:moveTo>
                      <a:pt x="19" y="0"/>
                    </a:moveTo>
                    <a:lnTo>
                      <a:pt x="21" y="5"/>
                    </a:lnTo>
                    <a:lnTo>
                      <a:pt x="22" y="9"/>
                    </a:lnTo>
                    <a:lnTo>
                      <a:pt x="25" y="12"/>
                    </a:lnTo>
                    <a:lnTo>
                      <a:pt x="27" y="14"/>
                    </a:lnTo>
                    <a:lnTo>
                      <a:pt x="29" y="14"/>
                    </a:lnTo>
                    <a:lnTo>
                      <a:pt x="31" y="13"/>
                    </a:lnTo>
                    <a:lnTo>
                      <a:pt x="35" y="11"/>
                    </a:lnTo>
                    <a:lnTo>
                      <a:pt x="36" y="11"/>
                    </a:lnTo>
                    <a:lnTo>
                      <a:pt x="36" y="12"/>
                    </a:lnTo>
                    <a:lnTo>
                      <a:pt x="36" y="15"/>
                    </a:lnTo>
                    <a:lnTo>
                      <a:pt x="36" y="20"/>
                    </a:lnTo>
                    <a:lnTo>
                      <a:pt x="35" y="28"/>
                    </a:lnTo>
                    <a:lnTo>
                      <a:pt x="34" y="30"/>
                    </a:lnTo>
                    <a:lnTo>
                      <a:pt x="31" y="31"/>
                    </a:lnTo>
                    <a:lnTo>
                      <a:pt x="29" y="30"/>
                    </a:lnTo>
                    <a:lnTo>
                      <a:pt x="24" y="28"/>
                    </a:lnTo>
                    <a:lnTo>
                      <a:pt x="21" y="28"/>
                    </a:lnTo>
                    <a:lnTo>
                      <a:pt x="18" y="28"/>
                    </a:lnTo>
                    <a:lnTo>
                      <a:pt x="15" y="28"/>
                    </a:lnTo>
                    <a:lnTo>
                      <a:pt x="13" y="26"/>
                    </a:lnTo>
                    <a:lnTo>
                      <a:pt x="13" y="25"/>
                    </a:lnTo>
                    <a:lnTo>
                      <a:pt x="12" y="23"/>
                    </a:lnTo>
                    <a:lnTo>
                      <a:pt x="11" y="22"/>
                    </a:lnTo>
                    <a:lnTo>
                      <a:pt x="8" y="20"/>
                    </a:lnTo>
                    <a:lnTo>
                      <a:pt x="4" y="18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7" y="12"/>
                    </a:lnTo>
                    <a:lnTo>
                      <a:pt x="7" y="14"/>
                    </a:lnTo>
                    <a:lnTo>
                      <a:pt x="8" y="15"/>
                    </a:lnTo>
                    <a:lnTo>
                      <a:pt x="10" y="16"/>
                    </a:lnTo>
                    <a:lnTo>
                      <a:pt x="13" y="15"/>
                    </a:lnTo>
                    <a:lnTo>
                      <a:pt x="15" y="12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19" y="1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0" name="Freeform 123"/>
              <p:cNvSpPr>
                <a:spLocks/>
              </p:cNvSpPr>
              <p:nvPr/>
            </p:nvSpPr>
            <p:spPr bwMode="auto">
              <a:xfrm>
                <a:off x="4833937" y="1885950"/>
                <a:ext cx="6350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" y="0"/>
                  </a:cxn>
                  <a:cxn ang="0">
                    <a:pos x="3" y="0"/>
                  </a:cxn>
                  <a:cxn ang="0">
                    <a:pos x="4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Freeform 124"/>
              <p:cNvSpPr>
                <a:spLocks noEditPoints="1"/>
              </p:cNvSpPr>
              <p:nvPr/>
            </p:nvSpPr>
            <p:spPr bwMode="auto">
              <a:xfrm>
                <a:off x="4519612" y="1624013"/>
                <a:ext cx="542925" cy="396875"/>
              </a:xfrm>
              <a:custGeom>
                <a:avLst/>
                <a:gdLst/>
                <a:ahLst/>
                <a:cxnLst>
                  <a:cxn ang="0">
                    <a:pos x="30" y="17"/>
                  </a:cxn>
                  <a:cxn ang="0">
                    <a:pos x="83" y="11"/>
                  </a:cxn>
                  <a:cxn ang="0">
                    <a:pos x="87" y="8"/>
                  </a:cxn>
                  <a:cxn ang="0">
                    <a:pos x="96" y="15"/>
                  </a:cxn>
                  <a:cxn ang="0">
                    <a:pos x="136" y="28"/>
                  </a:cxn>
                  <a:cxn ang="0">
                    <a:pos x="145" y="32"/>
                  </a:cxn>
                  <a:cxn ang="0">
                    <a:pos x="181" y="44"/>
                  </a:cxn>
                  <a:cxn ang="0">
                    <a:pos x="197" y="52"/>
                  </a:cxn>
                  <a:cxn ang="0">
                    <a:pos x="195" y="65"/>
                  </a:cxn>
                  <a:cxn ang="0">
                    <a:pos x="215" y="70"/>
                  </a:cxn>
                  <a:cxn ang="0">
                    <a:pos x="252" y="78"/>
                  </a:cxn>
                  <a:cxn ang="0">
                    <a:pos x="264" y="89"/>
                  </a:cxn>
                  <a:cxn ang="0">
                    <a:pos x="275" y="102"/>
                  </a:cxn>
                  <a:cxn ang="0">
                    <a:pos x="264" y="121"/>
                  </a:cxn>
                  <a:cxn ang="0">
                    <a:pos x="276" y="130"/>
                  </a:cxn>
                  <a:cxn ang="0">
                    <a:pos x="289" y="151"/>
                  </a:cxn>
                  <a:cxn ang="0">
                    <a:pos x="288" y="179"/>
                  </a:cxn>
                  <a:cxn ang="0">
                    <a:pos x="293" y="186"/>
                  </a:cxn>
                  <a:cxn ang="0">
                    <a:pos x="307" y="209"/>
                  </a:cxn>
                  <a:cxn ang="0">
                    <a:pos x="322" y="221"/>
                  </a:cxn>
                  <a:cxn ang="0">
                    <a:pos x="325" y="228"/>
                  </a:cxn>
                  <a:cxn ang="0">
                    <a:pos x="336" y="250"/>
                  </a:cxn>
                  <a:cxn ang="0">
                    <a:pos x="317" y="235"/>
                  </a:cxn>
                  <a:cxn ang="0">
                    <a:pos x="302" y="243"/>
                  </a:cxn>
                  <a:cxn ang="0">
                    <a:pos x="283" y="233"/>
                  </a:cxn>
                  <a:cxn ang="0">
                    <a:pos x="258" y="218"/>
                  </a:cxn>
                  <a:cxn ang="0">
                    <a:pos x="243" y="206"/>
                  </a:cxn>
                  <a:cxn ang="0">
                    <a:pos x="236" y="208"/>
                  </a:cxn>
                  <a:cxn ang="0">
                    <a:pos x="231" y="191"/>
                  </a:cxn>
                  <a:cxn ang="0">
                    <a:pos x="211" y="192"/>
                  </a:cxn>
                  <a:cxn ang="0">
                    <a:pos x="201" y="181"/>
                  </a:cxn>
                  <a:cxn ang="0">
                    <a:pos x="195" y="179"/>
                  </a:cxn>
                  <a:cxn ang="0">
                    <a:pos x="205" y="165"/>
                  </a:cxn>
                  <a:cxn ang="0">
                    <a:pos x="193" y="156"/>
                  </a:cxn>
                  <a:cxn ang="0">
                    <a:pos x="175" y="139"/>
                  </a:cxn>
                  <a:cxn ang="0">
                    <a:pos x="153" y="137"/>
                  </a:cxn>
                  <a:cxn ang="0">
                    <a:pos x="166" y="133"/>
                  </a:cxn>
                  <a:cxn ang="0">
                    <a:pos x="152" y="126"/>
                  </a:cxn>
                  <a:cxn ang="0">
                    <a:pos x="150" y="125"/>
                  </a:cxn>
                  <a:cxn ang="0">
                    <a:pos x="133" y="123"/>
                  </a:cxn>
                  <a:cxn ang="0">
                    <a:pos x="122" y="113"/>
                  </a:cxn>
                  <a:cxn ang="0">
                    <a:pos x="85" y="96"/>
                  </a:cxn>
                  <a:cxn ang="0">
                    <a:pos x="40" y="92"/>
                  </a:cxn>
                  <a:cxn ang="0">
                    <a:pos x="20" y="90"/>
                  </a:cxn>
                  <a:cxn ang="0">
                    <a:pos x="34" y="82"/>
                  </a:cxn>
                  <a:cxn ang="0">
                    <a:pos x="1" y="72"/>
                  </a:cxn>
                  <a:cxn ang="0">
                    <a:pos x="17" y="62"/>
                  </a:cxn>
                  <a:cxn ang="0">
                    <a:pos x="7" y="55"/>
                  </a:cxn>
                  <a:cxn ang="0">
                    <a:pos x="16" y="39"/>
                  </a:cxn>
                  <a:cxn ang="0">
                    <a:pos x="6" y="32"/>
                  </a:cxn>
                  <a:cxn ang="0">
                    <a:pos x="23" y="34"/>
                  </a:cxn>
                  <a:cxn ang="0">
                    <a:pos x="35" y="24"/>
                  </a:cxn>
                  <a:cxn ang="0">
                    <a:pos x="17" y="20"/>
                  </a:cxn>
                  <a:cxn ang="0">
                    <a:pos x="32" y="4"/>
                  </a:cxn>
                  <a:cxn ang="0">
                    <a:pos x="35" y="8"/>
                  </a:cxn>
                  <a:cxn ang="0">
                    <a:pos x="52" y="14"/>
                  </a:cxn>
                  <a:cxn ang="0">
                    <a:pos x="67" y="9"/>
                  </a:cxn>
                  <a:cxn ang="0">
                    <a:pos x="75" y="12"/>
                  </a:cxn>
                  <a:cxn ang="0">
                    <a:pos x="69" y="0"/>
                  </a:cxn>
                </a:cxnLst>
                <a:rect l="0" t="0" r="r" b="b"/>
                <a:pathLst>
                  <a:path w="342" h="250">
                    <a:moveTo>
                      <a:pt x="28" y="17"/>
                    </a:moveTo>
                    <a:lnTo>
                      <a:pt x="27" y="17"/>
                    </a:lnTo>
                    <a:lnTo>
                      <a:pt x="26" y="17"/>
                    </a:lnTo>
                    <a:lnTo>
                      <a:pt x="25" y="18"/>
                    </a:lnTo>
                    <a:lnTo>
                      <a:pt x="26" y="18"/>
                    </a:lnTo>
                    <a:lnTo>
                      <a:pt x="27" y="17"/>
                    </a:lnTo>
                    <a:lnTo>
                      <a:pt x="30" y="17"/>
                    </a:lnTo>
                    <a:lnTo>
                      <a:pt x="30" y="17"/>
                    </a:lnTo>
                    <a:lnTo>
                      <a:pt x="28" y="17"/>
                    </a:lnTo>
                    <a:close/>
                    <a:moveTo>
                      <a:pt x="69" y="0"/>
                    </a:moveTo>
                    <a:lnTo>
                      <a:pt x="70" y="0"/>
                    </a:lnTo>
                    <a:lnTo>
                      <a:pt x="75" y="1"/>
                    </a:lnTo>
                    <a:lnTo>
                      <a:pt x="80" y="3"/>
                    </a:lnTo>
                    <a:lnTo>
                      <a:pt x="84" y="6"/>
                    </a:lnTo>
                    <a:lnTo>
                      <a:pt x="84" y="9"/>
                    </a:lnTo>
                    <a:lnTo>
                      <a:pt x="83" y="11"/>
                    </a:lnTo>
                    <a:lnTo>
                      <a:pt x="83" y="12"/>
                    </a:lnTo>
                    <a:lnTo>
                      <a:pt x="83" y="13"/>
                    </a:lnTo>
                    <a:lnTo>
                      <a:pt x="84" y="13"/>
                    </a:lnTo>
                    <a:lnTo>
                      <a:pt x="85" y="12"/>
                    </a:lnTo>
                    <a:lnTo>
                      <a:pt x="85" y="11"/>
                    </a:lnTo>
                    <a:lnTo>
                      <a:pt x="85" y="10"/>
                    </a:lnTo>
                    <a:lnTo>
                      <a:pt x="86" y="9"/>
                    </a:lnTo>
                    <a:lnTo>
                      <a:pt x="87" y="8"/>
                    </a:lnTo>
                    <a:lnTo>
                      <a:pt x="87" y="7"/>
                    </a:lnTo>
                    <a:lnTo>
                      <a:pt x="88" y="8"/>
                    </a:lnTo>
                    <a:lnTo>
                      <a:pt x="89" y="9"/>
                    </a:lnTo>
                    <a:lnTo>
                      <a:pt x="90" y="10"/>
                    </a:lnTo>
                    <a:lnTo>
                      <a:pt x="92" y="14"/>
                    </a:lnTo>
                    <a:lnTo>
                      <a:pt x="93" y="15"/>
                    </a:lnTo>
                    <a:lnTo>
                      <a:pt x="95" y="15"/>
                    </a:lnTo>
                    <a:lnTo>
                      <a:pt x="96" y="15"/>
                    </a:lnTo>
                    <a:lnTo>
                      <a:pt x="98" y="15"/>
                    </a:lnTo>
                    <a:lnTo>
                      <a:pt x="101" y="17"/>
                    </a:lnTo>
                    <a:lnTo>
                      <a:pt x="106" y="19"/>
                    </a:lnTo>
                    <a:lnTo>
                      <a:pt x="112" y="21"/>
                    </a:lnTo>
                    <a:lnTo>
                      <a:pt x="118" y="24"/>
                    </a:lnTo>
                    <a:lnTo>
                      <a:pt x="124" y="26"/>
                    </a:lnTo>
                    <a:lnTo>
                      <a:pt x="131" y="29"/>
                    </a:lnTo>
                    <a:lnTo>
                      <a:pt x="136" y="28"/>
                    </a:lnTo>
                    <a:lnTo>
                      <a:pt x="140" y="27"/>
                    </a:lnTo>
                    <a:lnTo>
                      <a:pt x="143" y="27"/>
                    </a:lnTo>
                    <a:lnTo>
                      <a:pt x="148" y="27"/>
                    </a:lnTo>
                    <a:lnTo>
                      <a:pt x="148" y="28"/>
                    </a:lnTo>
                    <a:lnTo>
                      <a:pt x="148" y="28"/>
                    </a:lnTo>
                    <a:lnTo>
                      <a:pt x="147" y="30"/>
                    </a:lnTo>
                    <a:lnTo>
                      <a:pt x="146" y="31"/>
                    </a:lnTo>
                    <a:lnTo>
                      <a:pt x="145" y="32"/>
                    </a:lnTo>
                    <a:lnTo>
                      <a:pt x="145" y="34"/>
                    </a:lnTo>
                    <a:lnTo>
                      <a:pt x="146" y="35"/>
                    </a:lnTo>
                    <a:lnTo>
                      <a:pt x="152" y="35"/>
                    </a:lnTo>
                    <a:lnTo>
                      <a:pt x="159" y="39"/>
                    </a:lnTo>
                    <a:lnTo>
                      <a:pt x="166" y="42"/>
                    </a:lnTo>
                    <a:lnTo>
                      <a:pt x="173" y="45"/>
                    </a:lnTo>
                    <a:lnTo>
                      <a:pt x="177" y="45"/>
                    </a:lnTo>
                    <a:lnTo>
                      <a:pt x="181" y="44"/>
                    </a:lnTo>
                    <a:lnTo>
                      <a:pt x="185" y="43"/>
                    </a:lnTo>
                    <a:lnTo>
                      <a:pt x="188" y="43"/>
                    </a:lnTo>
                    <a:lnTo>
                      <a:pt x="190" y="45"/>
                    </a:lnTo>
                    <a:lnTo>
                      <a:pt x="190" y="47"/>
                    </a:lnTo>
                    <a:lnTo>
                      <a:pt x="191" y="50"/>
                    </a:lnTo>
                    <a:lnTo>
                      <a:pt x="192" y="52"/>
                    </a:lnTo>
                    <a:lnTo>
                      <a:pt x="194" y="53"/>
                    </a:lnTo>
                    <a:lnTo>
                      <a:pt x="197" y="52"/>
                    </a:lnTo>
                    <a:lnTo>
                      <a:pt x="200" y="51"/>
                    </a:lnTo>
                    <a:lnTo>
                      <a:pt x="203" y="51"/>
                    </a:lnTo>
                    <a:lnTo>
                      <a:pt x="205" y="53"/>
                    </a:lnTo>
                    <a:lnTo>
                      <a:pt x="204" y="55"/>
                    </a:lnTo>
                    <a:lnTo>
                      <a:pt x="202" y="58"/>
                    </a:lnTo>
                    <a:lnTo>
                      <a:pt x="199" y="60"/>
                    </a:lnTo>
                    <a:lnTo>
                      <a:pt x="196" y="62"/>
                    </a:lnTo>
                    <a:lnTo>
                      <a:pt x="195" y="65"/>
                    </a:lnTo>
                    <a:lnTo>
                      <a:pt x="195" y="66"/>
                    </a:lnTo>
                    <a:lnTo>
                      <a:pt x="195" y="66"/>
                    </a:lnTo>
                    <a:lnTo>
                      <a:pt x="196" y="66"/>
                    </a:lnTo>
                    <a:lnTo>
                      <a:pt x="197" y="66"/>
                    </a:lnTo>
                    <a:lnTo>
                      <a:pt x="198" y="65"/>
                    </a:lnTo>
                    <a:lnTo>
                      <a:pt x="200" y="65"/>
                    </a:lnTo>
                    <a:lnTo>
                      <a:pt x="208" y="67"/>
                    </a:lnTo>
                    <a:lnTo>
                      <a:pt x="215" y="70"/>
                    </a:lnTo>
                    <a:lnTo>
                      <a:pt x="223" y="72"/>
                    </a:lnTo>
                    <a:lnTo>
                      <a:pt x="231" y="73"/>
                    </a:lnTo>
                    <a:lnTo>
                      <a:pt x="238" y="74"/>
                    </a:lnTo>
                    <a:lnTo>
                      <a:pt x="243" y="74"/>
                    </a:lnTo>
                    <a:lnTo>
                      <a:pt x="248" y="74"/>
                    </a:lnTo>
                    <a:lnTo>
                      <a:pt x="251" y="75"/>
                    </a:lnTo>
                    <a:lnTo>
                      <a:pt x="252" y="76"/>
                    </a:lnTo>
                    <a:lnTo>
                      <a:pt x="252" y="78"/>
                    </a:lnTo>
                    <a:lnTo>
                      <a:pt x="250" y="81"/>
                    </a:lnTo>
                    <a:lnTo>
                      <a:pt x="247" y="86"/>
                    </a:lnTo>
                    <a:lnTo>
                      <a:pt x="252" y="83"/>
                    </a:lnTo>
                    <a:lnTo>
                      <a:pt x="259" y="82"/>
                    </a:lnTo>
                    <a:lnTo>
                      <a:pt x="261" y="82"/>
                    </a:lnTo>
                    <a:lnTo>
                      <a:pt x="264" y="87"/>
                    </a:lnTo>
                    <a:lnTo>
                      <a:pt x="264" y="88"/>
                    </a:lnTo>
                    <a:lnTo>
                      <a:pt x="264" y="89"/>
                    </a:lnTo>
                    <a:lnTo>
                      <a:pt x="263" y="89"/>
                    </a:lnTo>
                    <a:lnTo>
                      <a:pt x="263" y="89"/>
                    </a:lnTo>
                    <a:lnTo>
                      <a:pt x="262" y="89"/>
                    </a:lnTo>
                    <a:lnTo>
                      <a:pt x="262" y="90"/>
                    </a:lnTo>
                    <a:lnTo>
                      <a:pt x="265" y="93"/>
                    </a:lnTo>
                    <a:lnTo>
                      <a:pt x="269" y="97"/>
                    </a:lnTo>
                    <a:lnTo>
                      <a:pt x="272" y="100"/>
                    </a:lnTo>
                    <a:lnTo>
                      <a:pt x="275" y="102"/>
                    </a:lnTo>
                    <a:lnTo>
                      <a:pt x="274" y="106"/>
                    </a:lnTo>
                    <a:lnTo>
                      <a:pt x="271" y="108"/>
                    </a:lnTo>
                    <a:lnTo>
                      <a:pt x="268" y="110"/>
                    </a:lnTo>
                    <a:lnTo>
                      <a:pt x="265" y="112"/>
                    </a:lnTo>
                    <a:lnTo>
                      <a:pt x="262" y="114"/>
                    </a:lnTo>
                    <a:lnTo>
                      <a:pt x="261" y="117"/>
                    </a:lnTo>
                    <a:lnTo>
                      <a:pt x="262" y="120"/>
                    </a:lnTo>
                    <a:lnTo>
                      <a:pt x="264" y="121"/>
                    </a:lnTo>
                    <a:lnTo>
                      <a:pt x="267" y="122"/>
                    </a:lnTo>
                    <a:lnTo>
                      <a:pt x="271" y="122"/>
                    </a:lnTo>
                    <a:lnTo>
                      <a:pt x="273" y="124"/>
                    </a:lnTo>
                    <a:lnTo>
                      <a:pt x="274" y="124"/>
                    </a:lnTo>
                    <a:lnTo>
                      <a:pt x="273" y="126"/>
                    </a:lnTo>
                    <a:lnTo>
                      <a:pt x="273" y="128"/>
                    </a:lnTo>
                    <a:lnTo>
                      <a:pt x="273" y="129"/>
                    </a:lnTo>
                    <a:lnTo>
                      <a:pt x="276" y="130"/>
                    </a:lnTo>
                    <a:lnTo>
                      <a:pt x="276" y="130"/>
                    </a:lnTo>
                    <a:lnTo>
                      <a:pt x="277" y="131"/>
                    </a:lnTo>
                    <a:lnTo>
                      <a:pt x="280" y="135"/>
                    </a:lnTo>
                    <a:lnTo>
                      <a:pt x="284" y="138"/>
                    </a:lnTo>
                    <a:lnTo>
                      <a:pt x="286" y="142"/>
                    </a:lnTo>
                    <a:lnTo>
                      <a:pt x="287" y="144"/>
                    </a:lnTo>
                    <a:lnTo>
                      <a:pt x="289" y="150"/>
                    </a:lnTo>
                    <a:lnTo>
                      <a:pt x="289" y="151"/>
                    </a:lnTo>
                    <a:lnTo>
                      <a:pt x="288" y="156"/>
                    </a:lnTo>
                    <a:lnTo>
                      <a:pt x="287" y="162"/>
                    </a:lnTo>
                    <a:lnTo>
                      <a:pt x="286" y="166"/>
                    </a:lnTo>
                    <a:lnTo>
                      <a:pt x="284" y="169"/>
                    </a:lnTo>
                    <a:lnTo>
                      <a:pt x="283" y="172"/>
                    </a:lnTo>
                    <a:lnTo>
                      <a:pt x="283" y="176"/>
                    </a:lnTo>
                    <a:lnTo>
                      <a:pt x="285" y="178"/>
                    </a:lnTo>
                    <a:lnTo>
                      <a:pt x="288" y="179"/>
                    </a:lnTo>
                    <a:lnTo>
                      <a:pt x="292" y="180"/>
                    </a:lnTo>
                    <a:lnTo>
                      <a:pt x="295" y="181"/>
                    </a:lnTo>
                    <a:lnTo>
                      <a:pt x="297" y="182"/>
                    </a:lnTo>
                    <a:lnTo>
                      <a:pt x="297" y="183"/>
                    </a:lnTo>
                    <a:lnTo>
                      <a:pt x="297" y="184"/>
                    </a:lnTo>
                    <a:lnTo>
                      <a:pt x="294" y="185"/>
                    </a:lnTo>
                    <a:lnTo>
                      <a:pt x="293" y="186"/>
                    </a:lnTo>
                    <a:lnTo>
                      <a:pt x="293" y="186"/>
                    </a:lnTo>
                    <a:lnTo>
                      <a:pt x="296" y="188"/>
                    </a:lnTo>
                    <a:lnTo>
                      <a:pt x="299" y="189"/>
                    </a:lnTo>
                    <a:lnTo>
                      <a:pt x="302" y="190"/>
                    </a:lnTo>
                    <a:lnTo>
                      <a:pt x="306" y="191"/>
                    </a:lnTo>
                    <a:lnTo>
                      <a:pt x="308" y="193"/>
                    </a:lnTo>
                    <a:lnTo>
                      <a:pt x="308" y="195"/>
                    </a:lnTo>
                    <a:lnTo>
                      <a:pt x="306" y="206"/>
                    </a:lnTo>
                    <a:lnTo>
                      <a:pt x="307" y="209"/>
                    </a:lnTo>
                    <a:lnTo>
                      <a:pt x="309" y="211"/>
                    </a:lnTo>
                    <a:lnTo>
                      <a:pt x="314" y="211"/>
                    </a:lnTo>
                    <a:lnTo>
                      <a:pt x="316" y="211"/>
                    </a:lnTo>
                    <a:lnTo>
                      <a:pt x="321" y="216"/>
                    </a:lnTo>
                    <a:lnTo>
                      <a:pt x="324" y="220"/>
                    </a:lnTo>
                    <a:lnTo>
                      <a:pt x="324" y="221"/>
                    </a:lnTo>
                    <a:lnTo>
                      <a:pt x="322" y="221"/>
                    </a:lnTo>
                    <a:lnTo>
                      <a:pt x="322" y="221"/>
                    </a:lnTo>
                    <a:lnTo>
                      <a:pt x="325" y="223"/>
                    </a:lnTo>
                    <a:lnTo>
                      <a:pt x="326" y="224"/>
                    </a:lnTo>
                    <a:lnTo>
                      <a:pt x="328" y="225"/>
                    </a:lnTo>
                    <a:lnTo>
                      <a:pt x="329" y="226"/>
                    </a:lnTo>
                    <a:lnTo>
                      <a:pt x="329" y="227"/>
                    </a:lnTo>
                    <a:lnTo>
                      <a:pt x="329" y="227"/>
                    </a:lnTo>
                    <a:lnTo>
                      <a:pt x="325" y="227"/>
                    </a:lnTo>
                    <a:lnTo>
                      <a:pt x="325" y="228"/>
                    </a:lnTo>
                    <a:lnTo>
                      <a:pt x="329" y="231"/>
                    </a:lnTo>
                    <a:lnTo>
                      <a:pt x="333" y="234"/>
                    </a:lnTo>
                    <a:lnTo>
                      <a:pt x="337" y="237"/>
                    </a:lnTo>
                    <a:lnTo>
                      <a:pt x="340" y="240"/>
                    </a:lnTo>
                    <a:lnTo>
                      <a:pt x="342" y="244"/>
                    </a:lnTo>
                    <a:lnTo>
                      <a:pt x="342" y="246"/>
                    </a:lnTo>
                    <a:lnTo>
                      <a:pt x="339" y="249"/>
                    </a:lnTo>
                    <a:lnTo>
                      <a:pt x="336" y="250"/>
                    </a:lnTo>
                    <a:lnTo>
                      <a:pt x="333" y="250"/>
                    </a:lnTo>
                    <a:lnTo>
                      <a:pt x="331" y="249"/>
                    </a:lnTo>
                    <a:lnTo>
                      <a:pt x="329" y="246"/>
                    </a:lnTo>
                    <a:lnTo>
                      <a:pt x="328" y="242"/>
                    </a:lnTo>
                    <a:lnTo>
                      <a:pt x="326" y="239"/>
                    </a:lnTo>
                    <a:lnTo>
                      <a:pt x="324" y="236"/>
                    </a:lnTo>
                    <a:lnTo>
                      <a:pt x="321" y="235"/>
                    </a:lnTo>
                    <a:lnTo>
                      <a:pt x="317" y="235"/>
                    </a:lnTo>
                    <a:lnTo>
                      <a:pt x="314" y="238"/>
                    </a:lnTo>
                    <a:lnTo>
                      <a:pt x="311" y="241"/>
                    </a:lnTo>
                    <a:lnTo>
                      <a:pt x="309" y="246"/>
                    </a:lnTo>
                    <a:lnTo>
                      <a:pt x="306" y="249"/>
                    </a:lnTo>
                    <a:lnTo>
                      <a:pt x="306" y="249"/>
                    </a:lnTo>
                    <a:lnTo>
                      <a:pt x="306" y="248"/>
                    </a:lnTo>
                    <a:lnTo>
                      <a:pt x="306" y="245"/>
                    </a:lnTo>
                    <a:lnTo>
                      <a:pt x="302" y="243"/>
                    </a:lnTo>
                    <a:lnTo>
                      <a:pt x="298" y="242"/>
                    </a:lnTo>
                    <a:lnTo>
                      <a:pt x="296" y="243"/>
                    </a:lnTo>
                    <a:lnTo>
                      <a:pt x="295" y="244"/>
                    </a:lnTo>
                    <a:lnTo>
                      <a:pt x="293" y="244"/>
                    </a:lnTo>
                    <a:lnTo>
                      <a:pt x="290" y="240"/>
                    </a:lnTo>
                    <a:lnTo>
                      <a:pt x="287" y="236"/>
                    </a:lnTo>
                    <a:lnTo>
                      <a:pt x="284" y="233"/>
                    </a:lnTo>
                    <a:lnTo>
                      <a:pt x="283" y="233"/>
                    </a:lnTo>
                    <a:lnTo>
                      <a:pt x="283" y="235"/>
                    </a:lnTo>
                    <a:lnTo>
                      <a:pt x="283" y="236"/>
                    </a:lnTo>
                    <a:lnTo>
                      <a:pt x="283" y="237"/>
                    </a:lnTo>
                    <a:lnTo>
                      <a:pt x="282" y="237"/>
                    </a:lnTo>
                    <a:lnTo>
                      <a:pt x="275" y="233"/>
                    </a:lnTo>
                    <a:lnTo>
                      <a:pt x="268" y="227"/>
                    </a:lnTo>
                    <a:lnTo>
                      <a:pt x="261" y="221"/>
                    </a:lnTo>
                    <a:lnTo>
                      <a:pt x="258" y="218"/>
                    </a:lnTo>
                    <a:lnTo>
                      <a:pt x="255" y="213"/>
                    </a:lnTo>
                    <a:lnTo>
                      <a:pt x="254" y="209"/>
                    </a:lnTo>
                    <a:lnTo>
                      <a:pt x="251" y="205"/>
                    </a:lnTo>
                    <a:lnTo>
                      <a:pt x="249" y="203"/>
                    </a:lnTo>
                    <a:lnTo>
                      <a:pt x="245" y="200"/>
                    </a:lnTo>
                    <a:lnTo>
                      <a:pt x="243" y="201"/>
                    </a:lnTo>
                    <a:lnTo>
                      <a:pt x="243" y="203"/>
                    </a:lnTo>
                    <a:lnTo>
                      <a:pt x="243" y="206"/>
                    </a:lnTo>
                    <a:lnTo>
                      <a:pt x="243" y="212"/>
                    </a:lnTo>
                    <a:lnTo>
                      <a:pt x="242" y="214"/>
                    </a:lnTo>
                    <a:lnTo>
                      <a:pt x="240" y="214"/>
                    </a:lnTo>
                    <a:lnTo>
                      <a:pt x="239" y="213"/>
                    </a:lnTo>
                    <a:lnTo>
                      <a:pt x="239" y="212"/>
                    </a:lnTo>
                    <a:lnTo>
                      <a:pt x="238" y="211"/>
                    </a:lnTo>
                    <a:lnTo>
                      <a:pt x="237" y="209"/>
                    </a:lnTo>
                    <a:lnTo>
                      <a:pt x="236" y="208"/>
                    </a:lnTo>
                    <a:lnTo>
                      <a:pt x="235" y="207"/>
                    </a:lnTo>
                    <a:lnTo>
                      <a:pt x="233" y="206"/>
                    </a:lnTo>
                    <a:lnTo>
                      <a:pt x="229" y="204"/>
                    </a:lnTo>
                    <a:lnTo>
                      <a:pt x="227" y="203"/>
                    </a:lnTo>
                    <a:lnTo>
                      <a:pt x="225" y="200"/>
                    </a:lnTo>
                    <a:lnTo>
                      <a:pt x="226" y="198"/>
                    </a:lnTo>
                    <a:lnTo>
                      <a:pt x="230" y="194"/>
                    </a:lnTo>
                    <a:lnTo>
                      <a:pt x="231" y="191"/>
                    </a:lnTo>
                    <a:lnTo>
                      <a:pt x="231" y="191"/>
                    </a:lnTo>
                    <a:lnTo>
                      <a:pt x="229" y="191"/>
                    </a:lnTo>
                    <a:lnTo>
                      <a:pt x="227" y="192"/>
                    </a:lnTo>
                    <a:lnTo>
                      <a:pt x="227" y="192"/>
                    </a:lnTo>
                    <a:lnTo>
                      <a:pt x="226" y="192"/>
                    </a:lnTo>
                    <a:lnTo>
                      <a:pt x="215" y="195"/>
                    </a:lnTo>
                    <a:lnTo>
                      <a:pt x="212" y="194"/>
                    </a:lnTo>
                    <a:lnTo>
                      <a:pt x="211" y="192"/>
                    </a:lnTo>
                    <a:lnTo>
                      <a:pt x="212" y="189"/>
                    </a:lnTo>
                    <a:lnTo>
                      <a:pt x="214" y="183"/>
                    </a:lnTo>
                    <a:lnTo>
                      <a:pt x="214" y="180"/>
                    </a:lnTo>
                    <a:lnTo>
                      <a:pt x="213" y="178"/>
                    </a:lnTo>
                    <a:lnTo>
                      <a:pt x="211" y="177"/>
                    </a:lnTo>
                    <a:lnTo>
                      <a:pt x="208" y="178"/>
                    </a:lnTo>
                    <a:lnTo>
                      <a:pt x="204" y="180"/>
                    </a:lnTo>
                    <a:lnTo>
                      <a:pt x="201" y="181"/>
                    </a:lnTo>
                    <a:lnTo>
                      <a:pt x="198" y="182"/>
                    </a:lnTo>
                    <a:lnTo>
                      <a:pt x="197" y="183"/>
                    </a:lnTo>
                    <a:lnTo>
                      <a:pt x="195" y="184"/>
                    </a:lnTo>
                    <a:lnTo>
                      <a:pt x="194" y="184"/>
                    </a:lnTo>
                    <a:lnTo>
                      <a:pt x="193" y="183"/>
                    </a:lnTo>
                    <a:lnTo>
                      <a:pt x="193" y="183"/>
                    </a:lnTo>
                    <a:lnTo>
                      <a:pt x="195" y="180"/>
                    </a:lnTo>
                    <a:lnTo>
                      <a:pt x="195" y="179"/>
                    </a:lnTo>
                    <a:lnTo>
                      <a:pt x="195" y="178"/>
                    </a:lnTo>
                    <a:lnTo>
                      <a:pt x="196" y="177"/>
                    </a:lnTo>
                    <a:lnTo>
                      <a:pt x="198" y="173"/>
                    </a:lnTo>
                    <a:lnTo>
                      <a:pt x="201" y="169"/>
                    </a:lnTo>
                    <a:lnTo>
                      <a:pt x="202" y="166"/>
                    </a:lnTo>
                    <a:lnTo>
                      <a:pt x="203" y="166"/>
                    </a:lnTo>
                    <a:lnTo>
                      <a:pt x="204" y="166"/>
                    </a:lnTo>
                    <a:lnTo>
                      <a:pt x="205" y="165"/>
                    </a:lnTo>
                    <a:lnTo>
                      <a:pt x="205" y="164"/>
                    </a:lnTo>
                    <a:lnTo>
                      <a:pt x="205" y="163"/>
                    </a:lnTo>
                    <a:lnTo>
                      <a:pt x="204" y="161"/>
                    </a:lnTo>
                    <a:lnTo>
                      <a:pt x="201" y="159"/>
                    </a:lnTo>
                    <a:lnTo>
                      <a:pt x="199" y="158"/>
                    </a:lnTo>
                    <a:lnTo>
                      <a:pt x="196" y="157"/>
                    </a:lnTo>
                    <a:lnTo>
                      <a:pt x="193" y="156"/>
                    </a:lnTo>
                    <a:lnTo>
                      <a:pt x="193" y="156"/>
                    </a:lnTo>
                    <a:lnTo>
                      <a:pt x="192" y="155"/>
                    </a:lnTo>
                    <a:lnTo>
                      <a:pt x="192" y="154"/>
                    </a:lnTo>
                    <a:lnTo>
                      <a:pt x="191" y="153"/>
                    </a:lnTo>
                    <a:lnTo>
                      <a:pt x="188" y="150"/>
                    </a:lnTo>
                    <a:lnTo>
                      <a:pt x="185" y="145"/>
                    </a:lnTo>
                    <a:lnTo>
                      <a:pt x="182" y="142"/>
                    </a:lnTo>
                    <a:lnTo>
                      <a:pt x="178" y="139"/>
                    </a:lnTo>
                    <a:lnTo>
                      <a:pt x="175" y="139"/>
                    </a:lnTo>
                    <a:lnTo>
                      <a:pt x="172" y="141"/>
                    </a:lnTo>
                    <a:lnTo>
                      <a:pt x="168" y="142"/>
                    </a:lnTo>
                    <a:lnTo>
                      <a:pt x="167" y="142"/>
                    </a:lnTo>
                    <a:lnTo>
                      <a:pt x="166" y="141"/>
                    </a:lnTo>
                    <a:lnTo>
                      <a:pt x="164" y="141"/>
                    </a:lnTo>
                    <a:lnTo>
                      <a:pt x="150" y="141"/>
                    </a:lnTo>
                    <a:lnTo>
                      <a:pt x="151" y="139"/>
                    </a:lnTo>
                    <a:lnTo>
                      <a:pt x="153" y="137"/>
                    </a:lnTo>
                    <a:lnTo>
                      <a:pt x="157" y="136"/>
                    </a:lnTo>
                    <a:lnTo>
                      <a:pt x="161" y="135"/>
                    </a:lnTo>
                    <a:lnTo>
                      <a:pt x="165" y="134"/>
                    </a:lnTo>
                    <a:lnTo>
                      <a:pt x="168" y="133"/>
                    </a:lnTo>
                    <a:lnTo>
                      <a:pt x="169" y="133"/>
                    </a:lnTo>
                    <a:lnTo>
                      <a:pt x="168" y="132"/>
                    </a:lnTo>
                    <a:lnTo>
                      <a:pt x="168" y="133"/>
                    </a:lnTo>
                    <a:lnTo>
                      <a:pt x="166" y="133"/>
                    </a:lnTo>
                    <a:lnTo>
                      <a:pt x="165" y="134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1" y="130"/>
                    </a:lnTo>
                    <a:lnTo>
                      <a:pt x="158" y="127"/>
                    </a:lnTo>
                    <a:lnTo>
                      <a:pt x="154" y="125"/>
                    </a:lnTo>
                    <a:lnTo>
                      <a:pt x="153" y="125"/>
                    </a:lnTo>
                    <a:lnTo>
                      <a:pt x="152" y="126"/>
                    </a:lnTo>
                    <a:lnTo>
                      <a:pt x="151" y="127"/>
                    </a:lnTo>
                    <a:lnTo>
                      <a:pt x="150" y="128"/>
                    </a:lnTo>
                    <a:lnTo>
                      <a:pt x="150" y="128"/>
                    </a:lnTo>
                    <a:lnTo>
                      <a:pt x="149" y="128"/>
                    </a:lnTo>
                    <a:lnTo>
                      <a:pt x="148" y="128"/>
                    </a:lnTo>
                    <a:lnTo>
                      <a:pt x="148" y="127"/>
                    </a:lnTo>
                    <a:lnTo>
                      <a:pt x="149" y="125"/>
                    </a:lnTo>
                    <a:lnTo>
                      <a:pt x="150" y="125"/>
                    </a:lnTo>
                    <a:lnTo>
                      <a:pt x="150" y="124"/>
                    </a:lnTo>
                    <a:lnTo>
                      <a:pt x="151" y="123"/>
                    </a:lnTo>
                    <a:lnTo>
                      <a:pt x="150" y="123"/>
                    </a:lnTo>
                    <a:lnTo>
                      <a:pt x="145" y="120"/>
                    </a:lnTo>
                    <a:lnTo>
                      <a:pt x="140" y="118"/>
                    </a:lnTo>
                    <a:lnTo>
                      <a:pt x="135" y="119"/>
                    </a:lnTo>
                    <a:lnTo>
                      <a:pt x="134" y="120"/>
                    </a:lnTo>
                    <a:lnTo>
                      <a:pt x="133" y="123"/>
                    </a:lnTo>
                    <a:lnTo>
                      <a:pt x="134" y="125"/>
                    </a:lnTo>
                    <a:lnTo>
                      <a:pt x="134" y="129"/>
                    </a:lnTo>
                    <a:lnTo>
                      <a:pt x="133" y="129"/>
                    </a:lnTo>
                    <a:lnTo>
                      <a:pt x="129" y="127"/>
                    </a:lnTo>
                    <a:lnTo>
                      <a:pt x="127" y="124"/>
                    </a:lnTo>
                    <a:lnTo>
                      <a:pt x="126" y="121"/>
                    </a:lnTo>
                    <a:lnTo>
                      <a:pt x="124" y="116"/>
                    </a:lnTo>
                    <a:lnTo>
                      <a:pt x="122" y="113"/>
                    </a:lnTo>
                    <a:lnTo>
                      <a:pt x="120" y="113"/>
                    </a:lnTo>
                    <a:lnTo>
                      <a:pt x="119" y="114"/>
                    </a:lnTo>
                    <a:lnTo>
                      <a:pt x="117" y="114"/>
                    </a:lnTo>
                    <a:lnTo>
                      <a:pt x="112" y="111"/>
                    </a:lnTo>
                    <a:lnTo>
                      <a:pt x="103" y="102"/>
                    </a:lnTo>
                    <a:lnTo>
                      <a:pt x="98" y="99"/>
                    </a:lnTo>
                    <a:lnTo>
                      <a:pt x="92" y="98"/>
                    </a:lnTo>
                    <a:lnTo>
                      <a:pt x="85" y="96"/>
                    </a:lnTo>
                    <a:lnTo>
                      <a:pt x="79" y="94"/>
                    </a:lnTo>
                    <a:lnTo>
                      <a:pt x="73" y="91"/>
                    </a:lnTo>
                    <a:lnTo>
                      <a:pt x="69" y="89"/>
                    </a:lnTo>
                    <a:lnTo>
                      <a:pt x="64" y="87"/>
                    </a:lnTo>
                    <a:lnTo>
                      <a:pt x="58" y="87"/>
                    </a:lnTo>
                    <a:lnTo>
                      <a:pt x="51" y="88"/>
                    </a:lnTo>
                    <a:lnTo>
                      <a:pt x="44" y="89"/>
                    </a:lnTo>
                    <a:lnTo>
                      <a:pt x="40" y="92"/>
                    </a:lnTo>
                    <a:lnTo>
                      <a:pt x="37" y="93"/>
                    </a:lnTo>
                    <a:lnTo>
                      <a:pt x="36" y="94"/>
                    </a:lnTo>
                    <a:lnTo>
                      <a:pt x="35" y="95"/>
                    </a:lnTo>
                    <a:lnTo>
                      <a:pt x="34" y="95"/>
                    </a:lnTo>
                    <a:lnTo>
                      <a:pt x="31" y="94"/>
                    </a:lnTo>
                    <a:lnTo>
                      <a:pt x="27" y="92"/>
                    </a:lnTo>
                    <a:lnTo>
                      <a:pt x="24" y="91"/>
                    </a:lnTo>
                    <a:lnTo>
                      <a:pt x="20" y="90"/>
                    </a:lnTo>
                    <a:lnTo>
                      <a:pt x="17" y="89"/>
                    </a:lnTo>
                    <a:lnTo>
                      <a:pt x="15" y="88"/>
                    </a:lnTo>
                    <a:lnTo>
                      <a:pt x="15" y="86"/>
                    </a:lnTo>
                    <a:lnTo>
                      <a:pt x="17" y="84"/>
                    </a:lnTo>
                    <a:lnTo>
                      <a:pt x="22" y="84"/>
                    </a:lnTo>
                    <a:lnTo>
                      <a:pt x="30" y="84"/>
                    </a:lnTo>
                    <a:lnTo>
                      <a:pt x="34" y="83"/>
                    </a:lnTo>
                    <a:lnTo>
                      <a:pt x="34" y="82"/>
                    </a:lnTo>
                    <a:lnTo>
                      <a:pt x="34" y="81"/>
                    </a:lnTo>
                    <a:lnTo>
                      <a:pt x="33" y="81"/>
                    </a:lnTo>
                    <a:lnTo>
                      <a:pt x="33" y="80"/>
                    </a:lnTo>
                    <a:lnTo>
                      <a:pt x="32" y="79"/>
                    </a:lnTo>
                    <a:lnTo>
                      <a:pt x="31" y="79"/>
                    </a:lnTo>
                    <a:lnTo>
                      <a:pt x="0" y="72"/>
                    </a:lnTo>
                    <a:lnTo>
                      <a:pt x="0" y="72"/>
                    </a:lnTo>
                    <a:lnTo>
                      <a:pt x="1" y="72"/>
                    </a:lnTo>
                    <a:lnTo>
                      <a:pt x="2" y="71"/>
                    </a:lnTo>
                    <a:lnTo>
                      <a:pt x="4" y="71"/>
                    </a:lnTo>
                    <a:lnTo>
                      <a:pt x="5" y="71"/>
                    </a:lnTo>
                    <a:lnTo>
                      <a:pt x="6" y="71"/>
                    </a:lnTo>
                    <a:lnTo>
                      <a:pt x="9" y="69"/>
                    </a:lnTo>
                    <a:lnTo>
                      <a:pt x="12" y="67"/>
                    </a:lnTo>
                    <a:lnTo>
                      <a:pt x="15" y="65"/>
                    </a:lnTo>
                    <a:lnTo>
                      <a:pt x="17" y="62"/>
                    </a:lnTo>
                    <a:lnTo>
                      <a:pt x="19" y="57"/>
                    </a:lnTo>
                    <a:lnTo>
                      <a:pt x="20" y="54"/>
                    </a:lnTo>
                    <a:lnTo>
                      <a:pt x="19" y="52"/>
                    </a:lnTo>
                    <a:lnTo>
                      <a:pt x="17" y="51"/>
                    </a:lnTo>
                    <a:lnTo>
                      <a:pt x="13" y="52"/>
                    </a:lnTo>
                    <a:lnTo>
                      <a:pt x="10" y="53"/>
                    </a:lnTo>
                    <a:lnTo>
                      <a:pt x="8" y="54"/>
                    </a:lnTo>
                    <a:lnTo>
                      <a:pt x="7" y="55"/>
                    </a:lnTo>
                    <a:lnTo>
                      <a:pt x="6" y="55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2" y="45"/>
                    </a:lnTo>
                    <a:lnTo>
                      <a:pt x="4" y="43"/>
                    </a:lnTo>
                    <a:lnTo>
                      <a:pt x="7" y="42"/>
                    </a:lnTo>
                    <a:lnTo>
                      <a:pt x="13" y="40"/>
                    </a:lnTo>
                    <a:lnTo>
                      <a:pt x="16" y="39"/>
                    </a:lnTo>
                    <a:lnTo>
                      <a:pt x="18" y="38"/>
                    </a:lnTo>
                    <a:lnTo>
                      <a:pt x="19" y="37"/>
                    </a:lnTo>
                    <a:lnTo>
                      <a:pt x="19" y="35"/>
                    </a:lnTo>
                    <a:lnTo>
                      <a:pt x="16" y="35"/>
                    </a:lnTo>
                    <a:lnTo>
                      <a:pt x="14" y="34"/>
                    </a:lnTo>
                    <a:lnTo>
                      <a:pt x="11" y="34"/>
                    </a:lnTo>
                    <a:lnTo>
                      <a:pt x="8" y="34"/>
                    </a:lnTo>
                    <a:lnTo>
                      <a:pt x="6" y="32"/>
                    </a:lnTo>
                    <a:lnTo>
                      <a:pt x="6" y="32"/>
                    </a:lnTo>
                    <a:lnTo>
                      <a:pt x="7" y="30"/>
                    </a:lnTo>
                    <a:lnTo>
                      <a:pt x="10" y="28"/>
                    </a:lnTo>
                    <a:lnTo>
                      <a:pt x="11" y="28"/>
                    </a:lnTo>
                    <a:lnTo>
                      <a:pt x="14" y="29"/>
                    </a:lnTo>
                    <a:lnTo>
                      <a:pt x="16" y="31"/>
                    </a:lnTo>
                    <a:lnTo>
                      <a:pt x="20" y="33"/>
                    </a:lnTo>
                    <a:lnTo>
                      <a:pt x="23" y="34"/>
                    </a:lnTo>
                    <a:lnTo>
                      <a:pt x="24" y="34"/>
                    </a:lnTo>
                    <a:lnTo>
                      <a:pt x="25" y="33"/>
                    </a:lnTo>
                    <a:lnTo>
                      <a:pt x="27" y="31"/>
                    </a:lnTo>
                    <a:lnTo>
                      <a:pt x="29" y="30"/>
                    </a:lnTo>
                    <a:lnTo>
                      <a:pt x="34" y="29"/>
                    </a:lnTo>
                    <a:lnTo>
                      <a:pt x="35" y="28"/>
                    </a:lnTo>
                    <a:lnTo>
                      <a:pt x="36" y="26"/>
                    </a:lnTo>
                    <a:lnTo>
                      <a:pt x="35" y="24"/>
                    </a:lnTo>
                    <a:lnTo>
                      <a:pt x="33" y="24"/>
                    </a:lnTo>
                    <a:lnTo>
                      <a:pt x="29" y="23"/>
                    </a:lnTo>
                    <a:lnTo>
                      <a:pt x="26" y="23"/>
                    </a:lnTo>
                    <a:lnTo>
                      <a:pt x="23" y="23"/>
                    </a:lnTo>
                    <a:lnTo>
                      <a:pt x="21" y="22"/>
                    </a:lnTo>
                    <a:lnTo>
                      <a:pt x="20" y="20"/>
                    </a:lnTo>
                    <a:lnTo>
                      <a:pt x="19" y="20"/>
                    </a:lnTo>
                    <a:lnTo>
                      <a:pt x="17" y="20"/>
                    </a:lnTo>
                    <a:lnTo>
                      <a:pt x="16" y="20"/>
                    </a:lnTo>
                    <a:lnTo>
                      <a:pt x="15" y="19"/>
                    </a:lnTo>
                    <a:lnTo>
                      <a:pt x="14" y="16"/>
                    </a:lnTo>
                    <a:lnTo>
                      <a:pt x="16" y="12"/>
                    </a:lnTo>
                    <a:lnTo>
                      <a:pt x="20" y="9"/>
                    </a:lnTo>
                    <a:lnTo>
                      <a:pt x="24" y="6"/>
                    </a:lnTo>
                    <a:lnTo>
                      <a:pt x="28" y="5"/>
                    </a:lnTo>
                    <a:lnTo>
                      <a:pt x="32" y="4"/>
                    </a:lnTo>
                    <a:lnTo>
                      <a:pt x="34" y="4"/>
                    </a:lnTo>
                    <a:lnTo>
                      <a:pt x="35" y="5"/>
                    </a:lnTo>
                    <a:lnTo>
                      <a:pt x="34" y="8"/>
                    </a:lnTo>
                    <a:lnTo>
                      <a:pt x="33" y="11"/>
                    </a:lnTo>
                    <a:lnTo>
                      <a:pt x="33" y="13"/>
                    </a:lnTo>
                    <a:lnTo>
                      <a:pt x="34" y="14"/>
                    </a:lnTo>
                    <a:lnTo>
                      <a:pt x="35" y="13"/>
                    </a:lnTo>
                    <a:lnTo>
                      <a:pt x="35" y="8"/>
                    </a:lnTo>
                    <a:lnTo>
                      <a:pt x="36" y="6"/>
                    </a:lnTo>
                    <a:lnTo>
                      <a:pt x="37" y="4"/>
                    </a:lnTo>
                    <a:lnTo>
                      <a:pt x="40" y="2"/>
                    </a:lnTo>
                    <a:lnTo>
                      <a:pt x="45" y="2"/>
                    </a:lnTo>
                    <a:lnTo>
                      <a:pt x="49" y="3"/>
                    </a:lnTo>
                    <a:lnTo>
                      <a:pt x="51" y="6"/>
                    </a:lnTo>
                    <a:lnTo>
                      <a:pt x="51" y="10"/>
                    </a:lnTo>
                    <a:lnTo>
                      <a:pt x="52" y="14"/>
                    </a:lnTo>
                    <a:lnTo>
                      <a:pt x="54" y="17"/>
                    </a:lnTo>
                    <a:lnTo>
                      <a:pt x="55" y="17"/>
                    </a:lnTo>
                    <a:lnTo>
                      <a:pt x="55" y="11"/>
                    </a:lnTo>
                    <a:lnTo>
                      <a:pt x="55" y="10"/>
                    </a:lnTo>
                    <a:lnTo>
                      <a:pt x="56" y="10"/>
                    </a:lnTo>
                    <a:lnTo>
                      <a:pt x="59" y="9"/>
                    </a:lnTo>
                    <a:lnTo>
                      <a:pt x="64" y="9"/>
                    </a:lnTo>
                    <a:lnTo>
                      <a:pt x="67" y="9"/>
                    </a:lnTo>
                    <a:lnTo>
                      <a:pt x="70" y="10"/>
                    </a:lnTo>
                    <a:lnTo>
                      <a:pt x="72" y="12"/>
                    </a:lnTo>
                    <a:lnTo>
                      <a:pt x="79" y="16"/>
                    </a:lnTo>
                    <a:lnTo>
                      <a:pt x="81" y="17"/>
                    </a:lnTo>
                    <a:lnTo>
                      <a:pt x="81" y="17"/>
                    </a:lnTo>
                    <a:lnTo>
                      <a:pt x="81" y="16"/>
                    </a:lnTo>
                    <a:lnTo>
                      <a:pt x="79" y="13"/>
                    </a:lnTo>
                    <a:lnTo>
                      <a:pt x="75" y="12"/>
                    </a:lnTo>
                    <a:lnTo>
                      <a:pt x="71" y="11"/>
                    </a:lnTo>
                    <a:lnTo>
                      <a:pt x="68" y="9"/>
                    </a:lnTo>
                    <a:lnTo>
                      <a:pt x="65" y="6"/>
                    </a:lnTo>
                    <a:lnTo>
                      <a:pt x="65" y="5"/>
                    </a:lnTo>
                    <a:lnTo>
                      <a:pt x="65" y="4"/>
                    </a:lnTo>
                    <a:lnTo>
                      <a:pt x="66" y="2"/>
                    </a:lnTo>
                    <a:lnTo>
                      <a:pt x="68" y="1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Freeform 125"/>
              <p:cNvSpPr>
                <a:spLocks/>
              </p:cNvSpPr>
              <p:nvPr/>
            </p:nvSpPr>
            <p:spPr bwMode="auto">
              <a:xfrm>
                <a:off x="4818062" y="1887538"/>
                <a:ext cx="15875" cy="142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0"/>
                  </a:cxn>
                  <a:cxn ang="0">
                    <a:pos x="10" y="1"/>
                  </a:cxn>
                  <a:cxn ang="0">
                    <a:pos x="9" y="4"/>
                  </a:cxn>
                  <a:cxn ang="0">
                    <a:pos x="7" y="7"/>
                  </a:cxn>
                  <a:cxn ang="0">
                    <a:pos x="4" y="9"/>
                  </a:cxn>
                  <a:cxn ang="0">
                    <a:pos x="3" y="9"/>
                  </a:cxn>
                  <a:cxn ang="0">
                    <a:pos x="2" y="8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0" h="9">
                    <a:moveTo>
                      <a:pt x="2" y="0"/>
                    </a:moveTo>
                    <a:lnTo>
                      <a:pt x="7" y="0"/>
                    </a:lnTo>
                    <a:lnTo>
                      <a:pt x="10" y="1"/>
                    </a:lnTo>
                    <a:lnTo>
                      <a:pt x="9" y="4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3" y="9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3" name="Freeform 126"/>
              <p:cNvSpPr>
                <a:spLocks/>
              </p:cNvSpPr>
              <p:nvPr/>
            </p:nvSpPr>
            <p:spPr bwMode="auto">
              <a:xfrm>
                <a:off x="4149725" y="1833563"/>
                <a:ext cx="176213" cy="103188"/>
              </a:xfrm>
              <a:custGeom>
                <a:avLst/>
                <a:gdLst/>
                <a:ahLst/>
                <a:cxnLst>
                  <a:cxn ang="0">
                    <a:pos x="31" y="1"/>
                  </a:cxn>
                  <a:cxn ang="0">
                    <a:pos x="37" y="4"/>
                  </a:cxn>
                  <a:cxn ang="0">
                    <a:pos x="40" y="7"/>
                  </a:cxn>
                  <a:cxn ang="0">
                    <a:pos x="56" y="8"/>
                  </a:cxn>
                  <a:cxn ang="0">
                    <a:pos x="72" y="12"/>
                  </a:cxn>
                  <a:cxn ang="0">
                    <a:pos x="73" y="16"/>
                  </a:cxn>
                  <a:cxn ang="0">
                    <a:pos x="71" y="21"/>
                  </a:cxn>
                  <a:cxn ang="0">
                    <a:pos x="72" y="24"/>
                  </a:cxn>
                  <a:cxn ang="0">
                    <a:pos x="76" y="21"/>
                  </a:cxn>
                  <a:cxn ang="0">
                    <a:pos x="77" y="20"/>
                  </a:cxn>
                  <a:cxn ang="0">
                    <a:pos x="76" y="18"/>
                  </a:cxn>
                  <a:cxn ang="0">
                    <a:pos x="75" y="13"/>
                  </a:cxn>
                  <a:cxn ang="0">
                    <a:pos x="76" y="5"/>
                  </a:cxn>
                  <a:cxn ang="0">
                    <a:pos x="82" y="1"/>
                  </a:cxn>
                  <a:cxn ang="0">
                    <a:pos x="87" y="4"/>
                  </a:cxn>
                  <a:cxn ang="0">
                    <a:pos x="90" y="9"/>
                  </a:cxn>
                  <a:cxn ang="0">
                    <a:pos x="92" y="29"/>
                  </a:cxn>
                  <a:cxn ang="0">
                    <a:pos x="97" y="40"/>
                  </a:cxn>
                  <a:cxn ang="0">
                    <a:pos x="100" y="42"/>
                  </a:cxn>
                  <a:cxn ang="0">
                    <a:pos x="109" y="46"/>
                  </a:cxn>
                  <a:cxn ang="0">
                    <a:pos x="111" y="50"/>
                  </a:cxn>
                  <a:cxn ang="0">
                    <a:pos x="104" y="58"/>
                  </a:cxn>
                  <a:cxn ang="0">
                    <a:pos x="95" y="63"/>
                  </a:cxn>
                  <a:cxn ang="0">
                    <a:pos x="84" y="64"/>
                  </a:cxn>
                  <a:cxn ang="0">
                    <a:pos x="75" y="60"/>
                  </a:cxn>
                  <a:cxn ang="0">
                    <a:pos x="73" y="54"/>
                  </a:cxn>
                  <a:cxn ang="0">
                    <a:pos x="69" y="52"/>
                  </a:cxn>
                  <a:cxn ang="0">
                    <a:pos x="65" y="57"/>
                  </a:cxn>
                  <a:cxn ang="0">
                    <a:pos x="63" y="59"/>
                  </a:cxn>
                  <a:cxn ang="0">
                    <a:pos x="49" y="62"/>
                  </a:cxn>
                  <a:cxn ang="0">
                    <a:pos x="39" y="63"/>
                  </a:cxn>
                  <a:cxn ang="0">
                    <a:pos x="31" y="61"/>
                  </a:cxn>
                  <a:cxn ang="0">
                    <a:pos x="26" y="54"/>
                  </a:cxn>
                  <a:cxn ang="0">
                    <a:pos x="19" y="50"/>
                  </a:cxn>
                  <a:cxn ang="0">
                    <a:pos x="6" y="46"/>
                  </a:cxn>
                  <a:cxn ang="0">
                    <a:pos x="0" y="39"/>
                  </a:cxn>
                  <a:cxn ang="0">
                    <a:pos x="2" y="36"/>
                  </a:cxn>
                  <a:cxn ang="0">
                    <a:pos x="21" y="36"/>
                  </a:cxn>
                  <a:cxn ang="0">
                    <a:pos x="28" y="34"/>
                  </a:cxn>
                  <a:cxn ang="0">
                    <a:pos x="31" y="31"/>
                  </a:cxn>
                  <a:cxn ang="0">
                    <a:pos x="28" y="30"/>
                  </a:cxn>
                  <a:cxn ang="0">
                    <a:pos x="22" y="31"/>
                  </a:cxn>
                  <a:cxn ang="0">
                    <a:pos x="15" y="29"/>
                  </a:cxn>
                  <a:cxn ang="0">
                    <a:pos x="7" y="23"/>
                  </a:cxn>
                  <a:cxn ang="0">
                    <a:pos x="7" y="21"/>
                  </a:cxn>
                  <a:cxn ang="0">
                    <a:pos x="11" y="21"/>
                  </a:cxn>
                  <a:cxn ang="0">
                    <a:pos x="16" y="20"/>
                  </a:cxn>
                  <a:cxn ang="0">
                    <a:pos x="16" y="15"/>
                  </a:cxn>
                  <a:cxn ang="0">
                    <a:pos x="10" y="15"/>
                  </a:cxn>
                  <a:cxn ang="0">
                    <a:pos x="9" y="13"/>
                  </a:cxn>
                  <a:cxn ang="0">
                    <a:pos x="13" y="10"/>
                  </a:cxn>
                  <a:cxn ang="0">
                    <a:pos x="19" y="8"/>
                  </a:cxn>
                  <a:cxn ang="0">
                    <a:pos x="23" y="3"/>
                  </a:cxn>
                  <a:cxn ang="0">
                    <a:pos x="28" y="0"/>
                  </a:cxn>
                </a:cxnLst>
                <a:rect l="0" t="0" r="r" b="b"/>
                <a:pathLst>
                  <a:path w="111" h="65">
                    <a:moveTo>
                      <a:pt x="28" y="0"/>
                    </a:moveTo>
                    <a:lnTo>
                      <a:pt x="31" y="1"/>
                    </a:lnTo>
                    <a:lnTo>
                      <a:pt x="34" y="3"/>
                    </a:lnTo>
                    <a:lnTo>
                      <a:pt x="37" y="4"/>
                    </a:lnTo>
                    <a:lnTo>
                      <a:pt x="39" y="6"/>
                    </a:lnTo>
                    <a:lnTo>
                      <a:pt x="40" y="7"/>
                    </a:lnTo>
                    <a:lnTo>
                      <a:pt x="48" y="7"/>
                    </a:lnTo>
                    <a:lnTo>
                      <a:pt x="56" y="8"/>
                    </a:lnTo>
                    <a:lnTo>
                      <a:pt x="64" y="9"/>
                    </a:lnTo>
                    <a:lnTo>
                      <a:pt x="72" y="12"/>
                    </a:lnTo>
                    <a:lnTo>
                      <a:pt x="73" y="13"/>
                    </a:lnTo>
                    <a:lnTo>
                      <a:pt x="73" y="16"/>
                    </a:lnTo>
                    <a:lnTo>
                      <a:pt x="72" y="19"/>
                    </a:lnTo>
                    <a:lnTo>
                      <a:pt x="71" y="21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3" y="24"/>
                    </a:lnTo>
                    <a:lnTo>
                      <a:pt x="76" y="21"/>
                    </a:lnTo>
                    <a:lnTo>
                      <a:pt x="77" y="20"/>
                    </a:lnTo>
                    <a:lnTo>
                      <a:pt x="77" y="20"/>
                    </a:lnTo>
                    <a:lnTo>
                      <a:pt x="76" y="19"/>
                    </a:lnTo>
                    <a:lnTo>
                      <a:pt x="76" y="18"/>
                    </a:lnTo>
                    <a:lnTo>
                      <a:pt x="75" y="17"/>
                    </a:lnTo>
                    <a:lnTo>
                      <a:pt x="75" y="13"/>
                    </a:lnTo>
                    <a:lnTo>
                      <a:pt x="75" y="8"/>
                    </a:lnTo>
                    <a:lnTo>
                      <a:pt x="76" y="5"/>
                    </a:lnTo>
                    <a:lnTo>
                      <a:pt x="79" y="2"/>
                    </a:lnTo>
                    <a:lnTo>
                      <a:pt x="82" y="1"/>
                    </a:lnTo>
                    <a:lnTo>
                      <a:pt x="84" y="2"/>
                    </a:lnTo>
                    <a:lnTo>
                      <a:pt x="87" y="4"/>
                    </a:lnTo>
                    <a:lnTo>
                      <a:pt x="89" y="6"/>
                    </a:lnTo>
                    <a:lnTo>
                      <a:pt x="90" y="9"/>
                    </a:lnTo>
                    <a:lnTo>
                      <a:pt x="90" y="15"/>
                    </a:lnTo>
                    <a:lnTo>
                      <a:pt x="92" y="29"/>
                    </a:lnTo>
                    <a:lnTo>
                      <a:pt x="94" y="35"/>
                    </a:lnTo>
                    <a:lnTo>
                      <a:pt x="97" y="40"/>
                    </a:lnTo>
                    <a:lnTo>
                      <a:pt x="98" y="41"/>
                    </a:lnTo>
                    <a:lnTo>
                      <a:pt x="100" y="42"/>
                    </a:lnTo>
                    <a:lnTo>
                      <a:pt x="106" y="44"/>
                    </a:lnTo>
                    <a:lnTo>
                      <a:pt x="109" y="46"/>
                    </a:lnTo>
                    <a:lnTo>
                      <a:pt x="111" y="47"/>
                    </a:lnTo>
                    <a:lnTo>
                      <a:pt x="111" y="50"/>
                    </a:lnTo>
                    <a:lnTo>
                      <a:pt x="109" y="53"/>
                    </a:lnTo>
                    <a:lnTo>
                      <a:pt x="104" y="58"/>
                    </a:lnTo>
                    <a:lnTo>
                      <a:pt x="99" y="61"/>
                    </a:lnTo>
                    <a:lnTo>
                      <a:pt x="95" y="63"/>
                    </a:lnTo>
                    <a:lnTo>
                      <a:pt x="89" y="65"/>
                    </a:lnTo>
                    <a:lnTo>
                      <a:pt x="84" y="64"/>
                    </a:lnTo>
                    <a:lnTo>
                      <a:pt x="77" y="62"/>
                    </a:lnTo>
                    <a:lnTo>
                      <a:pt x="75" y="60"/>
                    </a:lnTo>
                    <a:lnTo>
                      <a:pt x="74" y="57"/>
                    </a:lnTo>
                    <a:lnTo>
                      <a:pt x="73" y="54"/>
                    </a:lnTo>
                    <a:lnTo>
                      <a:pt x="70" y="52"/>
                    </a:lnTo>
                    <a:lnTo>
                      <a:pt x="69" y="52"/>
                    </a:lnTo>
                    <a:lnTo>
                      <a:pt x="66" y="55"/>
                    </a:lnTo>
                    <a:lnTo>
                      <a:pt x="65" y="57"/>
                    </a:lnTo>
                    <a:lnTo>
                      <a:pt x="64" y="58"/>
                    </a:lnTo>
                    <a:lnTo>
                      <a:pt x="63" y="59"/>
                    </a:lnTo>
                    <a:lnTo>
                      <a:pt x="56" y="61"/>
                    </a:lnTo>
                    <a:lnTo>
                      <a:pt x="49" y="62"/>
                    </a:lnTo>
                    <a:lnTo>
                      <a:pt x="44" y="63"/>
                    </a:lnTo>
                    <a:lnTo>
                      <a:pt x="39" y="63"/>
                    </a:lnTo>
                    <a:lnTo>
                      <a:pt x="34" y="63"/>
                    </a:lnTo>
                    <a:lnTo>
                      <a:pt x="31" y="61"/>
                    </a:lnTo>
                    <a:lnTo>
                      <a:pt x="29" y="57"/>
                    </a:lnTo>
                    <a:lnTo>
                      <a:pt x="26" y="54"/>
                    </a:lnTo>
                    <a:lnTo>
                      <a:pt x="24" y="51"/>
                    </a:lnTo>
                    <a:lnTo>
                      <a:pt x="19" y="50"/>
                    </a:lnTo>
                    <a:lnTo>
                      <a:pt x="10" y="48"/>
                    </a:lnTo>
                    <a:lnTo>
                      <a:pt x="6" y="46"/>
                    </a:lnTo>
                    <a:lnTo>
                      <a:pt x="2" y="42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2" y="36"/>
                    </a:lnTo>
                    <a:lnTo>
                      <a:pt x="5" y="36"/>
                    </a:lnTo>
                    <a:lnTo>
                      <a:pt x="21" y="36"/>
                    </a:lnTo>
                    <a:lnTo>
                      <a:pt x="25" y="35"/>
                    </a:lnTo>
                    <a:lnTo>
                      <a:pt x="28" y="34"/>
                    </a:lnTo>
                    <a:lnTo>
                      <a:pt x="30" y="33"/>
                    </a:lnTo>
                    <a:lnTo>
                      <a:pt x="31" y="31"/>
                    </a:lnTo>
                    <a:lnTo>
                      <a:pt x="30" y="30"/>
                    </a:lnTo>
                    <a:lnTo>
                      <a:pt x="28" y="30"/>
                    </a:lnTo>
                    <a:lnTo>
                      <a:pt x="26" y="30"/>
                    </a:lnTo>
                    <a:lnTo>
                      <a:pt x="22" y="31"/>
                    </a:lnTo>
                    <a:lnTo>
                      <a:pt x="20" y="31"/>
                    </a:lnTo>
                    <a:lnTo>
                      <a:pt x="15" y="29"/>
                    </a:lnTo>
                    <a:lnTo>
                      <a:pt x="11" y="26"/>
                    </a:lnTo>
                    <a:lnTo>
                      <a:pt x="7" y="23"/>
                    </a:lnTo>
                    <a:lnTo>
                      <a:pt x="7" y="21"/>
                    </a:lnTo>
                    <a:lnTo>
                      <a:pt x="7" y="21"/>
                    </a:lnTo>
                    <a:lnTo>
                      <a:pt x="9" y="21"/>
                    </a:lnTo>
                    <a:lnTo>
                      <a:pt x="11" y="21"/>
                    </a:lnTo>
                    <a:lnTo>
                      <a:pt x="15" y="21"/>
                    </a:lnTo>
                    <a:lnTo>
                      <a:pt x="16" y="20"/>
                    </a:lnTo>
                    <a:lnTo>
                      <a:pt x="17" y="18"/>
                    </a:lnTo>
                    <a:lnTo>
                      <a:pt x="16" y="15"/>
                    </a:lnTo>
                    <a:lnTo>
                      <a:pt x="16" y="15"/>
                    </a:lnTo>
                    <a:lnTo>
                      <a:pt x="10" y="15"/>
                    </a:lnTo>
                    <a:lnTo>
                      <a:pt x="9" y="14"/>
                    </a:lnTo>
                    <a:lnTo>
                      <a:pt x="9" y="13"/>
                    </a:lnTo>
                    <a:lnTo>
                      <a:pt x="11" y="11"/>
                    </a:lnTo>
                    <a:lnTo>
                      <a:pt x="13" y="10"/>
                    </a:lnTo>
                    <a:lnTo>
                      <a:pt x="16" y="9"/>
                    </a:lnTo>
                    <a:lnTo>
                      <a:pt x="19" y="8"/>
                    </a:lnTo>
                    <a:lnTo>
                      <a:pt x="21" y="6"/>
                    </a:lnTo>
                    <a:lnTo>
                      <a:pt x="23" y="3"/>
                    </a:lnTo>
                    <a:lnTo>
                      <a:pt x="26" y="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4" name="Freeform 127"/>
              <p:cNvSpPr>
                <a:spLocks/>
              </p:cNvSpPr>
              <p:nvPr/>
            </p:nvSpPr>
            <p:spPr bwMode="auto">
              <a:xfrm>
                <a:off x="4767262" y="1851025"/>
                <a:ext cx="26988" cy="190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16" y="11"/>
                  </a:cxn>
                  <a:cxn ang="0">
                    <a:pos x="17" y="11"/>
                  </a:cxn>
                  <a:cxn ang="0">
                    <a:pos x="16" y="11"/>
                  </a:cxn>
                  <a:cxn ang="0">
                    <a:pos x="16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2" y="11"/>
                  </a:cxn>
                  <a:cxn ang="0">
                    <a:pos x="11" y="11"/>
                  </a:cxn>
                  <a:cxn ang="0">
                    <a:pos x="11" y="10"/>
                  </a:cxn>
                  <a:cxn ang="0">
                    <a:pos x="8" y="8"/>
                  </a:cxn>
                  <a:cxn ang="0">
                    <a:pos x="2" y="2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12">
                    <a:moveTo>
                      <a:pt x="0" y="0"/>
                    </a:moveTo>
                    <a:lnTo>
                      <a:pt x="9" y="5"/>
                    </a:lnTo>
                    <a:lnTo>
                      <a:pt x="16" y="11"/>
                    </a:lnTo>
                    <a:lnTo>
                      <a:pt x="17" y="11"/>
                    </a:lnTo>
                    <a:lnTo>
                      <a:pt x="16" y="11"/>
                    </a:lnTo>
                    <a:lnTo>
                      <a:pt x="16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2" y="11"/>
                    </a:lnTo>
                    <a:lnTo>
                      <a:pt x="11" y="11"/>
                    </a:lnTo>
                    <a:lnTo>
                      <a:pt x="11" y="10"/>
                    </a:lnTo>
                    <a:lnTo>
                      <a:pt x="8" y="8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5" name="Freeform 128"/>
              <p:cNvSpPr>
                <a:spLocks/>
              </p:cNvSpPr>
              <p:nvPr/>
            </p:nvSpPr>
            <p:spPr bwMode="auto">
              <a:xfrm>
                <a:off x="4335462" y="1914525"/>
                <a:ext cx="42863" cy="31750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6" y="4"/>
                  </a:cxn>
                  <a:cxn ang="0">
                    <a:pos x="21" y="8"/>
                  </a:cxn>
                  <a:cxn ang="0">
                    <a:pos x="25" y="12"/>
                  </a:cxn>
                  <a:cxn ang="0">
                    <a:pos x="27" y="17"/>
                  </a:cxn>
                  <a:cxn ang="0">
                    <a:pos x="27" y="18"/>
                  </a:cxn>
                  <a:cxn ang="0">
                    <a:pos x="26" y="19"/>
                  </a:cxn>
                  <a:cxn ang="0">
                    <a:pos x="25" y="20"/>
                  </a:cxn>
                  <a:cxn ang="0">
                    <a:pos x="24" y="20"/>
                  </a:cxn>
                  <a:cxn ang="0">
                    <a:pos x="23" y="20"/>
                  </a:cxn>
                  <a:cxn ang="0">
                    <a:pos x="20" y="20"/>
                  </a:cxn>
                  <a:cxn ang="0">
                    <a:pos x="14" y="19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4" y="16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1" y="10"/>
                  </a:cxn>
                  <a:cxn ang="0">
                    <a:pos x="7" y="4"/>
                  </a:cxn>
                  <a:cxn ang="0">
                    <a:pos x="9" y="2"/>
                  </a:cxn>
                  <a:cxn ang="0">
                    <a:pos x="11" y="0"/>
                  </a:cxn>
                  <a:cxn ang="0">
                    <a:pos x="12" y="0"/>
                  </a:cxn>
                </a:cxnLst>
                <a:rect l="0" t="0" r="r" b="b"/>
                <a:pathLst>
                  <a:path w="27" h="20">
                    <a:moveTo>
                      <a:pt x="12" y="0"/>
                    </a:moveTo>
                    <a:lnTo>
                      <a:pt x="16" y="4"/>
                    </a:lnTo>
                    <a:lnTo>
                      <a:pt x="21" y="8"/>
                    </a:lnTo>
                    <a:lnTo>
                      <a:pt x="25" y="12"/>
                    </a:lnTo>
                    <a:lnTo>
                      <a:pt x="27" y="17"/>
                    </a:lnTo>
                    <a:lnTo>
                      <a:pt x="27" y="18"/>
                    </a:lnTo>
                    <a:lnTo>
                      <a:pt x="26" y="19"/>
                    </a:lnTo>
                    <a:lnTo>
                      <a:pt x="25" y="20"/>
                    </a:lnTo>
                    <a:lnTo>
                      <a:pt x="24" y="20"/>
                    </a:lnTo>
                    <a:lnTo>
                      <a:pt x="23" y="20"/>
                    </a:lnTo>
                    <a:lnTo>
                      <a:pt x="20" y="20"/>
                    </a:lnTo>
                    <a:lnTo>
                      <a:pt x="14" y="19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4" y="16"/>
                    </a:lnTo>
                    <a:lnTo>
                      <a:pt x="2" y="15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1" y="10"/>
                    </a:lnTo>
                    <a:lnTo>
                      <a:pt x="7" y="4"/>
                    </a:lnTo>
                    <a:lnTo>
                      <a:pt x="9" y="2"/>
                    </a:lnTo>
                    <a:lnTo>
                      <a:pt x="11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Freeform 129"/>
              <p:cNvSpPr>
                <a:spLocks/>
              </p:cNvSpPr>
              <p:nvPr/>
            </p:nvSpPr>
            <p:spPr bwMode="auto">
              <a:xfrm>
                <a:off x="4476750" y="1951038"/>
                <a:ext cx="6350" cy="47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0"/>
                  </a:cxn>
                  <a:cxn ang="0">
                    <a:pos x="4" y="0"/>
                  </a:cxn>
                  <a:cxn ang="0">
                    <a:pos x="3" y="2"/>
                  </a:cxn>
                  <a:cxn ang="0">
                    <a:pos x="2" y="3"/>
                  </a:cxn>
                  <a:cxn ang="0">
                    <a:pos x="1" y="3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3" y="2"/>
                    </a:lnTo>
                    <a:lnTo>
                      <a:pt x="2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Freeform 130"/>
              <p:cNvSpPr>
                <a:spLocks noEditPoints="1"/>
              </p:cNvSpPr>
              <p:nvPr/>
            </p:nvSpPr>
            <p:spPr bwMode="auto">
              <a:xfrm>
                <a:off x="4433887" y="1828800"/>
                <a:ext cx="360363" cy="239713"/>
              </a:xfrm>
              <a:custGeom>
                <a:avLst/>
                <a:gdLst/>
                <a:ahLst/>
                <a:cxnLst>
                  <a:cxn ang="0">
                    <a:pos x="189" y="67"/>
                  </a:cxn>
                  <a:cxn ang="0">
                    <a:pos x="23" y="0"/>
                  </a:cxn>
                  <a:cxn ang="0">
                    <a:pos x="19" y="10"/>
                  </a:cxn>
                  <a:cxn ang="0">
                    <a:pos x="29" y="33"/>
                  </a:cxn>
                  <a:cxn ang="0">
                    <a:pos x="34" y="32"/>
                  </a:cxn>
                  <a:cxn ang="0">
                    <a:pos x="29" y="26"/>
                  </a:cxn>
                  <a:cxn ang="0">
                    <a:pos x="23" y="13"/>
                  </a:cxn>
                  <a:cxn ang="0">
                    <a:pos x="33" y="14"/>
                  </a:cxn>
                  <a:cxn ang="0">
                    <a:pos x="42" y="1"/>
                  </a:cxn>
                  <a:cxn ang="0">
                    <a:pos x="54" y="16"/>
                  </a:cxn>
                  <a:cxn ang="0">
                    <a:pos x="55" y="19"/>
                  </a:cxn>
                  <a:cxn ang="0">
                    <a:pos x="60" y="20"/>
                  </a:cxn>
                  <a:cxn ang="0">
                    <a:pos x="70" y="10"/>
                  </a:cxn>
                  <a:cxn ang="0">
                    <a:pos x="54" y="3"/>
                  </a:cxn>
                  <a:cxn ang="0">
                    <a:pos x="75" y="9"/>
                  </a:cxn>
                  <a:cxn ang="0">
                    <a:pos x="90" y="25"/>
                  </a:cxn>
                  <a:cxn ang="0">
                    <a:pos x="104" y="28"/>
                  </a:cxn>
                  <a:cxn ang="0">
                    <a:pos x="109" y="25"/>
                  </a:cxn>
                  <a:cxn ang="0">
                    <a:pos x="114" y="41"/>
                  </a:cxn>
                  <a:cxn ang="0">
                    <a:pos x="122" y="31"/>
                  </a:cxn>
                  <a:cxn ang="0">
                    <a:pos x="134" y="34"/>
                  </a:cxn>
                  <a:cxn ang="0">
                    <a:pos x="133" y="44"/>
                  </a:cxn>
                  <a:cxn ang="0">
                    <a:pos x="144" y="42"/>
                  </a:cxn>
                  <a:cxn ang="0">
                    <a:pos x="144" y="51"/>
                  </a:cxn>
                  <a:cxn ang="0">
                    <a:pos x="152" y="54"/>
                  </a:cxn>
                  <a:cxn ang="0">
                    <a:pos x="172" y="65"/>
                  </a:cxn>
                  <a:cxn ang="0">
                    <a:pos x="174" y="64"/>
                  </a:cxn>
                  <a:cxn ang="0">
                    <a:pos x="175" y="60"/>
                  </a:cxn>
                  <a:cxn ang="0">
                    <a:pos x="190" y="65"/>
                  </a:cxn>
                  <a:cxn ang="0">
                    <a:pos x="193" y="69"/>
                  </a:cxn>
                  <a:cxn ang="0">
                    <a:pos x="213" y="71"/>
                  </a:cxn>
                  <a:cxn ang="0">
                    <a:pos x="208" y="72"/>
                  </a:cxn>
                  <a:cxn ang="0">
                    <a:pos x="217" y="79"/>
                  </a:cxn>
                  <a:cxn ang="0">
                    <a:pos x="207" y="81"/>
                  </a:cxn>
                  <a:cxn ang="0">
                    <a:pos x="210" y="97"/>
                  </a:cxn>
                  <a:cxn ang="0">
                    <a:pos x="201" y="83"/>
                  </a:cxn>
                  <a:cxn ang="0">
                    <a:pos x="193" y="84"/>
                  </a:cxn>
                  <a:cxn ang="0">
                    <a:pos x="179" y="98"/>
                  </a:cxn>
                  <a:cxn ang="0">
                    <a:pos x="183" y="96"/>
                  </a:cxn>
                  <a:cxn ang="0">
                    <a:pos x="190" y="103"/>
                  </a:cxn>
                  <a:cxn ang="0">
                    <a:pos x="203" y="104"/>
                  </a:cxn>
                  <a:cxn ang="0">
                    <a:pos x="208" y="109"/>
                  </a:cxn>
                  <a:cxn ang="0">
                    <a:pos x="216" y="113"/>
                  </a:cxn>
                  <a:cxn ang="0">
                    <a:pos x="227" y="135"/>
                  </a:cxn>
                  <a:cxn ang="0">
                    <a:pos x="211" y="151"/>
                  </a:cxn>
                  <a:cxn ang="0">
                    <a:pos x="184" y="138"/>
                  </a:cxn>
                  <a:cxn ang="0">
                    <a:pos x="164" y="133"/>
                  </a:cxn>
                  <a:cxn ang="0">
                    <a:pos x="169" y="130"/>
                  </a:cxn>
                  <a:cxn ang="0">
                    <a:pos x="149" y="123"/>
                  </a:cxn>
                  <a:cxn ang="0">
                    <a:pos x="146" y="101"/>
                  </a:cxn>
                  <a:cxn ang="0">
                    <a:pos x="162" y="87"/>
                  </a:cxn>
                  <a:cxn ang="0">
                    <a:pos x="144" y="80"/>
                  </a:cxn>
                  <a:cxn ang="0">
                    <a:pos x="124" y="66"/>
                  </a:cxn>
                  <a:cxn ang="0">
                    <a:pos x="118" y="65"/>
                  </a:cxn>
                  <a:cxn ang="0">
                    <a:pos x="107" y="60"/>
                  </a:cxn>
                  <a:cxn ang="0">
                    <a:pos x="101" y="55"/>
                  </a:cxn>
                  <a:cxn ang="0">
                    <a:pos x="90" y="48"/>
                  </a:cxn>
                  <a:cxn ang="0">
                    <a:pos x="76" y="38"/>
                  </a:cxn>
                  <a:cxn ang="0">
                    <a:pos x="65" y="49"/>
                  </a:cxn>
                  <a:cxn ang="0">
                    <a:pos x="58" y="50"/>
                  </a:cxn>
                  <a:cxn ang="0">
                    <a:pos x="21" y="43"/>
                  </a:cxn>
                  <a:cxn ang="0">
                    <a:pos x="5" y="18"/>
                  </a:cxn>
                </a:cxnLst>
                <a:rect l="0" t="0" r="r" b="b"/>
                <a:pathLst>
                  <a:path w="227" h="151">
                    <a:moveTo>
                      <a:pt x="184" y="67"/>
                    </a:moveTo>
                    <a:lnTo>
                      <a:pt x="184" y="67"/>
                    </a:lnTo>
                    <a:lnTo>
                      <a:pt x="185" y="68"/>
                    </a:lnTo>
                    <a:lnTo>
                      <a:pt x="187" y="68"/>
                    </a:lnTo>
                    <a:lnTo>
                      <a:pt x="189" y="67"/>
                    </a:lnTo>
                    <a:lnTo>
                      <a:pt x="187" y="67"/>
                    </a:lnTo>
                    <a:lnTo>
                      <a:pt x="186" y="67"/>
                    </a:lnTo>
                    <a:lnTo>
                      <a:pt x="184" y="67"/>
                    </a:lnTo>
                    <a:close/>
                    <a:moveTo>
                      <a:pt x="20" y="0"/>
                    </a:moveTo>
                    <a:lnTo>
                      <a:pt x="23" y="0"/>
                    </a:lnTo>
                    <a:lnTo>
                      <a:pt x="24" y="0"/>
                    </a:lnTo>
                    <a:lnTo>
                      <a:pt x="25" y="1"/>
                    </a:lnTo>
                    <a:lnTo>
                      <a:pt x="25" y="2"/>
                    </a:lnTo>
                    <a:lnTo>
                      <a:pt x="24" y="5"/>
                    </a:lnTo>
                    <a:lnTo>
                      <a:pt x="19" y="10"/>
                    </a:lnTo>
                    <a:lnTo>
                      <a:pt x="18" y="13"/>
                    </a:lnTo>
                    <a:lnTo>
                      <a:pt x="18" y="18"/>
                    </a:lnTo>
                    <a:lnTo>
                      <a:pt x="21" y="23"/>
                    </a:lnTo>
                    <a:lnTo>
                      <a:pt x="24" y="28"/>
                    </a:lnTo>
                    <a:lnTo>
                      <a:pt x="29" y="33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4" y="34"/>
                    </a:lnTo>
                    <a:lnTo>
                      <a:pt x="34" y="33"/>
                    </a:lnTo>
                    <a:lnTo>
                      <a:pt x="34" y="32"/>
                    </a:lnTo>
                    <a:lnTo>
                      <a:pt x="34" y="30"/>
                    </a:lnTo>
                    <a:lnTo>
                      <a:pt x="34" y="29"/>
                    </a:lnTo>
                    <a:lnTo>
                      <a:pt x="33" y="28"/>
                    </a:lnTo>
                    <a:lnTo>
                      <a:pt x="32" y="27"/>
                    </a:lnTo>
                    <a:lnTo>
                      <a:pt x="29" y="26"/>
                    </a:lnTo>
                    <a:lnTo>
                      <a:pt x="23" y="24"/>
                    </a:lnTo>
                    <a:lnTo>
                      <a:pt x="21" y="22"/>
                    </a:lnTo>
                    <a:lnTo>
                      <a:pt x="20" y="20"/>
                    </a:lnTo>
                    <a:lnTo>
                      <a:pt x="20" y="16"/>
                    </a:lnTo>
                    <a:lnTo>
                      <a:pt x="23" y="13"/>
                    </a:lnTo>
                    <a:lnTo>
                      <a:pt x="25" y="12"/>
                    </a:lnTo>
                    <a:lnTo>
                      <a:pt x="27" y="13"/>
                    </a:lnTo>
                    <a:lnTo>
                      <a:pt x="29" y="14"/>
                    </a:lnTo>
                    <a:lnTo>
                      <a:pt x="31" y="14"/>
                    </a:lnTo>
                    <a:lnTo>
                      <a:pt x="33" y="14"/>
                    </a:lnTo>
                    <a:lnTo>
                      <a:pt x="36" y="11"/>
                    </a:lnTo>
                    <a:lnTo>
                      <a:pt x="37" y="8"/>
                    </a:lnTo>
                    <a:lnTo>
                      <a:pt x="38" y="5"/>
                    </a:lnTo>
                    <a:lnTo>
                      <a:pt x="40" y="1"/>
                    </a:lnTo>
                    <a:lnTo>
                      <a:pt x="42" y="1"/>
                    </a:lnTo>
                    <a:lnTo>
                      <a:pt x="45" y="2"/>
                    </a:lnTo>
                    <a:lnTo>
                      <a:pt x="48" y="4"/>
                    </a:lnTo>
                    <a:lnTo>
                      <a:pt x="51" y="8"/>
                    </a:lnTo>
                    <a:lnTo>
                      <a:pt x="54" y="12"/>
                    </a:lnTo>
                    <a:lnTo>
                      <a:pt x="54" y="16"/>
                    </a:lnTo>
                    <a:lnTo>
                      <a:pt x="53" y="20"/>
                    </a:lnTo>
                    <a:lnTo>
                      <a:pt x="54" y="24"/>
                    </a:lnTo>
                    <a:lnTo>
                      <a:pt x="54" y="23"/>
                    </a:lnTo>
                    <a:lnTo>
                      <a:pt x="54" y="21"/>
                    </a:lnTo>
                    <a:lnTo>
                      <a:pt x="55" y="19"/>
                    </a:lnTo>
                    <a:lnTo>
                      <a:pt x="56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0"/>
                    </a:lnTo>
                    <a:lnTo>
                      <a:pt x="65" y="16"/>
                    </a:lnTo>
                    <a:lnTo>
                      <a:pt x="69" y="12"/>
                    </a:lnTo>
                    <a:lnTo>
                      <a:pt x="72" y="10"/>
                    </a:lnTo>
                    <a:lnTo>
                      <a:pt x="70" y="10"/>
                    </a:lnTo>
                    <a:lnTo>
                      <a:pt x="69" y="9"/>
                    </a:lnTo>
                    <a:lnTo>
                      <a:pt x="68" y="9"/>
                    </a:lnTo>
                    <a:lnTo>
                      <a:pt x="67" y="9"/>
                    </a:lnTo>
                    <a:lnTo>
                      <a:pt x="59" y="6"/>
                    </a:lnTo>
                    <a:lnTo>
                      <a:pt x="54" y="3"/>
                    </a:lnTo>
                    <a:lnTo>
                      <a:pt x="50" y="2"/>
                    </a:lnTo>
                    <a:lnTo>
                      <a:pt x="48" y="1"/>
                    </a:lnTo>
                    <a:lnTo>
                      <a:pt x="47" y="0"/>
                    </a:lnTo>
                    <a:lnTo>
                      <a:pt x="61" y="4"/>
                    </a:lnTo>
                    <a:lnTo>
                      <a:pt x="75" y="9"/>
                    </a:lnTo>
                    <a:lnTo>
                      <a:pt x="77" y="9"/>
                    </a:lnTo>
                    <a:lnTo>
                      <a:pt x="81" y="11"/>
                    </a:lnTo>
                    <a:lnTo>
                      <a:pt x="85" y="15"/>
                    </a:lnTo>
                    <a:lnTo>
                      <a:pt x="88" y="18"/>
                    </a:lnTo>
                    <a:lnTo>
                      <a:pt x="90" y="25"/>
                    </a:lnTo>
                    <a:lnTo>
                      <a:pt x="92" y="28"/>
                    </a:lnTo>
                    <a:lnTo>
                      <a:pt x="95" y="30"/>
                    </a:lnTo>
                    <a:lnTo>
                      <a:pt x="99" y="31"/>
                    </a:lnTo>
                    <a:lnTo>
                      <a:pt x="103" y="30"/>
                    </a:lnTo>
                    <a:lnTo>
                      <a:pt x="104" y="28"/>
                    </a:lnTo>
                    <a:lnTo>
                      <a:pt x="105" y="23"/>
                    </a:lnTo>
                    <a:lnTo>
                      <a:pt x="106" y="21"/>
                    </a:lnTo>
                    <a:lnTo>
                      <a:pt x="107" y="21"/>
                    </a:lnTo>
                    <a:lnTo>
                      <a:pt x="108" y="22"/>
                    </a:lnTo>
                    <a:lnTo>
                      <a:pt x="109" y="25"/>
                    </a:lnTo>
                    <a:lnTo>
                      <a:pt x="109" y="28"/>
                    </a:lnTo>
                    <a:lnTo>
                      <a:pt x="109" y="32"/>
                    </a:lnTo>
                    <a:lnTo>
                      <a:pt x="110" y="35"/>
                    </a:lnTo>
                    <a:lnTo>
                      <a:pt x="112" y="38"/>
                    </a:lnTo>
                    <a:lnTo>
                      <a:pt x="114" y="41"/>
                    </a:lnTo>
                    <a:lnTo>
                      <a:pt x="117" y="41"/>
                    </a:lnTo>
                    <a:lnTo>
                      <a:pt x="121" y="40"/>
                    </a:lnTo>
                    <a:lnTo>
                      <a:pt x="122" y="39"/>
                    </a:lnTo>
                    <a:lnTo>
                      <a:pt x="122" y="34"/>
                    </a:lnTo>
                    <a:lnTo>
                      <a:pt x="122" y="31"/>
                    </a:lnTo>
                    <a:lnTo>
                      <a:pt x="122" y="28"/>
                    </a:lnTo>
                    <a:lnTo>
                      <a:pt x="124" y="27"/>
                    </a:lnTo>
                    <a:lnTo>
                      <a:pt x="127" y="28"/>
                    </a:lnTo>
                    <a:lnTo>
                      <a:pt x="131" y="30"/>
                    </a:lnTo>
                    <a:lnTo>
                      <a:pt x="134" y="34"/>
                    </a:lnTo>
                    <a:lnTo>
                      <a:pt x="135" y="38"/>
                    </a:lnTo>
                    <a:lnTo>
                      <a:pt x="135" y="41"/>
                    </a:lnTo>
                    <a:lnTo>
                      <a:pt x="134" y="42"/>
                    </a:lnTo>
                    <a:lnTo>
                      <a:pt x="133" y="43"/>
                    </a:lnTo>
                    <a:lnTo>
                      <a:pt x="133" y="44"/>
                    </a:lnTo>
                    <a:lnTo>
                      <a:pt x="133" y="44"/>
                    </a:lnTo>
                    <a:lnTo>
                      <a:pt x="133" y="45"/>
                    </a:lnTo>
                    <a:lnTo>
                      <a:pt x="137" y="45"/>
                    </a:lnTo>
                    <a:lnTo>
                      <a:pt x="140" y="44"/>
                    </a:lnTo>
                    <a:lnTo>
                      <a:pt x="144" y="42"/>
                    </a:lnTo>
                    <a:lnTo>
                      <a:pt x="148" y="42"/>
                    </a:lnTo>
                    <a:lnTo>
                      <a:pt x="150" y="43"/>
                    </a:lnTo>
                    <a:lnTo>
                      <a:pt x="151" y="44"/>
                    </a:lnTo>
                    <a:lnTo>
                      <a:pt x="149" y="47"/>
                    </a:lnTo>
                    <a:lnTo>
                      <a:pt x="144" y="51"/>
                    </a:lnTo>
                    <a:lnTo>
                      <a:pt x="142" y="53"/>
                    </a:lnTo>
                    <a:lnTo>
                      <a:pt x="144" y="54"/>
                    </a:lnTo>
                    <a:lnTo>
                      <a:pt x="145" y="55"/>
                    </a:lnTo>
                    <a:lnTo>
                      <a:pt x="150" y="54"/>
                    </a:lnTo>
                    <a:lnTo>
                      <a:pt x="152" y="54"/>
                    </a:lnTo>
                    <a:lnTo>
                      <a:pt x="155" y="55"/>
                    </a:lnTo>
                    <a:lnTo>
                      <a:pt x="158" y="56"/>
                    </a:lnTo>
                    <a:lnTo>
                      <a:pt x="161" y="58"/>
                    </a:lnTo>
                    <a:lnTo>
                      <a:pt x="170" y="64"/>
                    </a:lnTo>
                    <a:lnTo>
                      <a:pt x="172" y="65"/>
                    </a:lnTo>
                    <a:lnTo>
                      <a:pt x="172" y="65"/>
                    </a:lnTo>
                    <a:lnTo>
                      <a:pt x="173" y="65"/>
                    </a:lnTo>
                    <a:lnTo>
                      <a:pt x="174" y="66"/>
                    </a:lnTo>
                    <a:lnTo>
                      <a:pt x="174" y="65"/>
                    </a:lnTo>
                    <a:lnTo>
                      <a:pt x="174" y="64"/>
                    </a:lnTo>
                    <a:lnTo>
                      <a:pt x="174" y="63"/>
                    </a:lnTo>
                    <a:lnTo>
                      <a:pt x="173" y="62"/>
                    </a:lnTo>
                    <a:lnTo>
                      <a:pt x="172" y="61"/>
                    </a:lnTo>
                    <a:lnTo>
                      <a:pt x="173" y="61"/>
                    </a:lnTo>
                    <a:lnTo>
                      <a:pt x="175" y="60"/>
                    </a:lnTo>
                    <a:lnTo>
                      <a:pt x="178" y="60"/>
                    </a:lnTo>
                    <a:lnTo>
                      <a:pt x="181" y="61"/>
                    </a:lnTo>
                    <a:lnTo>
                      <a:pt x="182" y="61"/>
                    </a:lnTo>
                    <a:lnTo>
                      <a:pt x="185" y="62"/>
                    </a:lnTo>
                    <a:lnTo>
                      <a:pt x="190" y="65"/>
                    </a:lnTo>
                    <a:lnTo>
                      <a:pt x="191" y="67"/>
                    </a:lnTo>
                    <a:lnTo>
                      <a:pt x="190" y="67"/>
                    </a:lnTo>
                    <a:lnTo>
                      <a:pt x="192" y="67"/>
                    </a:lnTo>
                    <a:lnTo>
                      <a:pt x="193" y="68"/>
                    </a:lnTo>
                    <a:lnTo>
                      <a:pt x="193" y="69"/>
                    </a:lnTo>
                    <a:lnTo>
                      <a:pt x="194" y="70"/>
                    </a:lnTo>
                    <a:lnTo>
                      <a:pt x="196" y="70"/>
                    </a:lnTo>
                    <a:lnTo>
                      <a:pt x="199" y="69"/>
                    </a:lnTo>
                    <a:lnTo>
                      <a:pt x="207" y="69"/>
                    </a:lnTo>
                    <a:lnTo>
                      <a:pt x="213" y="71"/>
                    </a:lnTo>
                    <a:lnTo>
                      <a:pt x="213" y="71"/>
                    </a:lnTo>
                    <a:lnTo>
                      <a:pt x="209" y="71"/>
                    </a:lnTo>
                    <a:lnTo>
                      <a:pt x="208" y="72"/>
                    </a:lnTo>
                    <a:lnTo>
                      <a:pt x="208" y="72"/>
                    </a:lnTo>
                    <a:lnTo>
                      <a:pt x="208" y="72"/>
                    </a:lnTo>
                    <a:lnTo>
                      <a:pt x="209" y="74"/>
                    </a:lnTo>
                    <a:lnTo>
                      <a:pt x="211" y="74"/>
                    </a:lnTo>
                    <a:lnTo>
                      <a:pt x="214" y="75"/>
                    </a:lnTo>
                    <a:lnTo>
                      <a:pt x="217" y="77"/>
                    </a:lnTo>
                    <a:lnTo>
                      <a:pt x="217" y="79"/>
                    </a:lnTo>
                    <a:lnTo>
                      <a:pt x="216" y="81"/>
                    </a:lnTo>
                    <a:lnTo>
                      <a:pt x="214" y="81"/>
                    </a:lnTo>
                    <a:lnTo>
                      <a:pt x="210" y="80"/>
                    </a:lnTo>
                    <a:lnTo>
                      <a:pt x="208" y="80"/>
                    </a:lnTo>
                    <a:lnTo>
                      <a:pt x="207" y="81"/>
                    </a:lnTo>
                    <a:lnTo>
                      <a:pt x="208" y="86"/>
                    </a:lnTo>
                    <a:lnTo>
                      <a:pt x="210" y="91"/>
                    </a:lnTo>
                    <a:lnTo>
                      <a:pt x="211" y="95"/>
                    </a:lnTo>
                    <a:lnTo>
                      <a:pt x="211" y="96"/>
                    </a:lnTo>
                    <a:lnTo>
                      <a:pt x="210" y="97"/>
                    </a:lnTo>
                    <a:lnTo>
                      <a:pt x="210" y="97"/>
                    </a:lnTo>
                    <a:lnTo>
                      <a:pt x="209" y="97"/>
                    </a:lnTo>
                    <a:lnTo>
                      <a:pt x="206" y="93"/>
                    </a:lnTo>
                    <a:lnTo>
                      <a:pt x="204" y="88"/>
                    </a:lnTo>
                    <a:lnTo>
                      <a:pt x="201" y="83"/>
                    </a:lnTo>
                    <a:lnTo>
                      <a:pt x="197" y="80"/>
                    </a:lnTo>
                    <a:lnTo>
                      <a:pt x="195" y="80"/>
                    </a:lnTo>
                    <a:lnTo>
                      <a:pt x="194" y="81"/>
                    </a:lnTo>
                    <a:lnTo>
                      <a:pt x="193" y="82"/>
                    </a:lnTo>
                    <a:lnTo>
                      <a:pt x="193" y="84"/>
                    </a:lnTo>
                    <a:lnTo>
                      <a:pt x="192" y="85"/>
                    </a:lnTo>
                    <a:lnTo>
                      <a:pt x="191" y="87"/>
                    </a:lnTo>
                    <a:lnTo>
                      <a:pt x="190" y="88"/>
                    </a:lnTo>
                    <a:lnTo>
                      <a:pt x="185" y="93"/>
                    </a:lnTo>
                    <a:lnTo>
                      <a:pt x="179" y="98"/>
                    </a:lnTo>
                    <a:lnTo>
                      <a:pt x="180" y="98"/>
                    </a:lnTo>
                    <a:lnTo>
                      <a:pt x="181" y="97"/>
                    </a:lnTo>
                    <a:lnTo>
                      <a:pt x="181" y="97"/>
                    </a:lnTo>
                    <a:lnTo>
                      <a:pt x="182" y="96"/>
                    </a:lnTo>
                    <a:lnTo>
                      <a:pt x="183" y="96"/>
                    </a:lnTo>
                    <a:lnTo>
                      <a:pt x="185" y="97"/>
                    </a:lnTo>
                    <a:lnTo>
                      <a:pt x="186" y="98"/>
                    </a:lnTo>
                    <a:lnTo>
                      <a:pt x="187" y="100"/>
                    </a:lnTo>
                    <a:lnTo>
                      <a:pt x="189" y="101"/>
                    </a:lnTo>
                    <a:lnTo>
                      <a:pt x="190" y="103"/>
                    </a:lnTo>
                    <a:lnTo>
                      <a:pt x="192" y="105"/>
                    </a:lnTo>
                    <a:lnTo>
                      <a:pt x="195" y="106"/>
                    </a:lnTo>
                    <a:lnTo>
                      <a:pt x="197" y="107"/>
                    </a:lnTo>
                    <a:lnTo>
                      <a:pt x="199" y="106"/>
                    </a:lnTo>
                    <a:lnTo>
                      <a:pt x="203" y="104"/>
                    </a:lnTo>
                    <a:lnTo>
                      <a:pt x="204" y="103"/>
                    </a:lnTo>
                    <a:lnTo>
                      <a:pt x="206" y="104"/>
                    </a:lnTo>
                    <a:lnTo>
                      <a:pt x="209" y="108"/>
                    </a:lnTo>
                    <a:lnTo>
                      <a:pt x="209" y="109"/>
                    </a:lnTo>
                    <a:lnTo>
                      <a:pt x="208" y="109"/>
                    </a:lnTo>
                    <a:lnTo>
                      <a:pt x="206" y="111"/>
                    </a:lnTo>
                    <a:lnTo>
                      <a:pt x="207" y="111"/>
                    </a:lnTo>
                    <a:lnTo>
                      <a:pt x="210" y="112"/>
                    </a:lnTo>
                    <a:lnTo>
                      <a:pt x="213" y="112"/>
                    </a:lnTo>
                    <a:lnTo>
                      <a:pt x="216" y="113"/>
                    </a:lnTo>
                    <a:lnTo>
                      <a:pt x="219" y="117"/>
                    </a:lnTo>
                    <a:lnTo>
                      <a:pt x="222" y="120"/>
                    </a:lnTo>
                    <a:lnTo>
                      <a:pt x="225" y="125"/>
                    </a:lnTo>
                    <a:lnTo>
                      <a:pt x="227" y="130"/>
                    </a:lnTo>
                    <a:lnTo>
                      <a:pt x="227" y="135"/>
                    </a:lnTo>
                    <a:lnTo>
                      <a:pt x="227" y="140"/>
                    </a:lnTo>
                    <a:lnTo>
                      <a:pt x="225" y="145"/>
                    </a:lnTo>
                    <a:lnTo>
                      <a:pt x="221" y="148"/>
                    </a:lnTo>
                    <a:lnTo>
                      <a:pt x="216" y="151"/>
                    </a:lnTo>
                    <a:lnTo>
                      <a:pt x="211" y="151"/>
                    </a:lnTo>
                    <a:lnTo>
                      <a:pt x="207" y="150"/>
                    </a:lnTo>
                    <a:lnTo>
                      <a:pt x="203" y="147"/>
                    </a:lnTo>
                    <a:lnTo>
                      <a:pt x="195" y="142"/>
                    </a:lnTo>
                    <a:lnTo>
                      <a:pt x="191" y="140"/>
                    </a:lnTo>
                    <a:lnTo>
                      <a:pt x="184" y="138"/>
                    </a:lnTo>
                    <a:lnTo>
                      <a:pt x="178" y="137"/>
                    </a:lnTo>
                    <a:lnTo>
                      <a:pt x="170" y="136"/>
                    </a:lnTo>
                    <a:lnTo>
                      <a:pt x="164" y="134"/>
                    </a:lnTo>
                    <a:lnTo>
                      <a:pt x="164" y="134"/>
                    </a:lnTo>
                    <a:lnTo>
                      <a:pt x="164" y="133"/>
                    </a:lnTo>
                    <a:lnTo>
                      <a:pt x="165" y="133"/>
                    </a:lnTo>
                    <a:lnTo>
                      <a:pt x="168" y="132"/>
                    </a:lnTo>
                    <a:lnTo>
                      <a:pt x="170" y="131"/>
                    </a:lnTo>
                    <a:lnTo>
                      <a:pt x="170" y="131"/>
                    </a:lnTo>
                    <a:lnTo>
                      <a:pt x="169" y="130"/>
                    </a:lnTo>
                    <a:lnTo>
                      <a:pt x="165" y="129"/>
                    </a:lnTo>
                    <a:lnTo>
                      <a:pt x="161" y="127"/>
                    </a:lnTo>
                    <a:lnTo>
                      <a:pt x="156" y="125"/>
                    </a:lnTo>
                    <a:lnTo>
                      <a:pt x="152" y="124"/>
                    </a:lnTo>
                    <a:lnTo>
                      <a:pt x="149" y="123"/>
                    </a:lnTo>
                    <a:lnTo>
                      <a:pt x="132" y="118"/>
                    </a:lnTo>
                    <a:lnTo>
                      <a:pt x="135" y="115"/>
                    </a:lnTo>
                    <a:lnTo>
                      <a:pt x="137" y="110"/>
                    </a:lnTo>
                    <a:lnTo>
                      <a:pt x="140" y="106"/>
                    </a:lnTo>
                    <a:lnTo>
                      <a:pt x="146" y="101"/>
                    </a:lnTo>
                    <a:lnTo>
                      <a:pt x="153" y="96"/>
                    </a:lnTo>
                    <a:lnTo>
                      <a:pt x="155" y="94"/>
                    </a:lnTo>
                    <a:lnTo>
                      <a:pt x="159" y="92"/>
                    </a:lnTo>
                    <a:lnTo>
                      <a:pt x="161" y="90"/>
                    </a:lnTo>
                    <a:lnTo>
                      <a:pt x="162" y="87"/>
                    </a:lnTo>
                    <a:lnTo>
                      <a:pt x="162" y="84"/>
                    </a:lnTo>
                    <a:lnTo>
                      <a:pt x="160" y="82"/>
                    </a:lnTo>
                    <a:lnTo>
                      <a:pt x="157" y="81"/>
                    </a:lnTo>
                    <a:lnTo>
                      <a:pt x="153" y="81"/>
                    </a:lnTo>
                    <a:lnTo>
                      <a:pt x="144" y="80"/>
                    </a:lnTo>
                    <a:lnTo>
                      <a:pt x="139" y="79"/>
                    </a:lnTo>
                    <a:lnTo>
                      <a:pt x="136" y="78"/>
                    </a:lnTo>
                    <a:lnTo>
                      <a:pt x="132" y="75"/>
                    </a:lnTo>
                    <a:lnTo>
                      <a:pt x="128" y="70"/>
                    </a:lnTo>
                    <a:lnTo>
                      <a:pt x="124" y="66"/>
                    </a:lnTo>
                    <a:lnTo>
                      <a:pt x="123" y="65"/>
                    </a:lnTo>
                    <a:lnTo>
                      <a:pt x="122" y="65"/>
                    </a:lnTo>
                    <a:lnTo>
                      <a:pt x="120" y="66"/>
                    </a:lnTo>
                    <a:lnTo>
                      <a:pt x="119" y="66"/>
                    </a:lnTo>
                    <a:lnTo>
                      <a:pt x="118" y="65"/>
                    </a:lnTo>
                    <a:lnTo>
                      <a:pt x="117" y="65"/>
                    </a:lnTo>
                    <a:lnTo>
                      <a:pt x="117" y="62"/>
                    </a:lnTo>
                    <a:lnTo>
                      <a:pt x="116" y="61"/>
                    </a:lnTo>
                    <a:lnTo>
                      <a:pt x="113" y="60"/>
                    </a:lnTo>
                    <a:lnTo>
                      <a:pt x="107" y="60"/>
                    </a:lnTo>
                    <a:lnTo>
                      <a:pt x="106" y="59"/>
                    </a:lnTo>
                    <a:lnTo>
                      <a:pt x="105" y="58"/>
                    </a:lnTo>
                    <a:lnTo>
                      <a:pt x="103" y="57"/>
                    </a:lnTo>
                    <a:lnTo>
                      <a:pt x="102" y="56"/>
                    </a:lnTo>
                    <a:lnTo>
                      <a:pt x="101" y="55"/>
                    </a:lnTo>
                    <a:lnTo>
                      <a:pt x="96" y="53"/>
                    </a:lnTo>
                    <a:lnTo>
                      <a:pt x="92" y="51"/>
                    </a:lnTo>
                    <a:lnTo>
                      <a:pt x="91" y="50"/>
                    </a:lnTo>
                    <a:lnTo>
                      <a:pt x="90" y="50"/>
                    </a:lnTo>
                    <a:lnTo>
                      <a:pt x="90" y="48"/>
                    </a:lnTo>
                    <a:lnTo>
                      <a:pt x="89" y="48"/>
                    </a:lnTo>
                    <a:lnTo>
                      <a:pt x="88" y="47"/>
                    </a:lnTo>
                    <a:lnTo>
                      <a:pt x="83" y="43"/>
                    </a:lnTo>
                    <a:lnTo>
                      <a:pt x="80" y="40"/>
                    </a:lnTo>
                    <a:lnTo>
                      <a:pt x="76" y="38"/>
                    </a:lnTo>
                    <a:lnTo>
                      <a:pt x="71" y="38"/>
                    </a:lnTo>
                    <a:lnTo>
                      <a:pt x="68" y="40"/>
                    </a:lnTo>
                    <a:lnTo>
                      <a:pt x="67" y="42"/>
                    </a:lnTo>
                    <a:lnTo>
                      <a:pt x="66" y="46"/>
                    </a:lnTo>
                    <a:lnTo>
                      <a:pt x="65" y="49"/>
                    </a:lnTo>
                    <a:lnTo>
                      <a:pt x="63" y="52"/>
                    </a:lnTo>
                    <a:lnTo>
                      <a:pt x="63" y="52"/>
                    </a:lnTo>
                    <a:lnTo>
                      <a:pt x="62" y="52"/>
                    </a:lnTo>
                    <a:lnTo>
                      <a:pt x="59" y="51"/>
                    </a:lnTo>
                    <a:lnTo>
                      <a:pt x="58" y="50"/>
                    </a:lnTo>
                    <a:lnTo>
                      <a:pt x="58" y="51"/>
                    </a:lnTo>
                    <a:lnTo>
                      <a:pt x="56" y="52"/>
                    </a:lnTo>
                    <a:lnTo>
                      <a:pt x="55" y="52"/>
                    </a:lnTo>
                    <a:lnTo>
                      <a:pt x="38" y="48"/>
                    </a:lnTo>
                    <a:lnTo>
                      <a:pt x="21" y="43"/>
                    </a:lnTo>
                    <a:lnTo>
                      <a:pt x="4" y="37"/>
                    </a:lnTo>
                    <a:lnTo>
                      <a:pt x="1" y="35"/>
                    </a:lnTo>
                    <a:lnTo>
                      <a:pt x="0" y="31"/>
                    </a:lnTo>
                    <a:lnTo>
                      <a:pt x="0" y="27"/>
                    </a:lnTo>
                    <a:lnTo>
                      <a:pt x="5" y="18"/>
                    </a:lnTo>
                    <a:lnTo>
                      <a:pt x="11" y="9"/>
                    </a:lnTo>
                    <a:lnTo>
                      <a:pt x="18" y="1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8" name="Freeform 131"/>
              <p:cNvSpPr>
                <a:spLocks/>
              </p:cNvSpPr>
              <p:nvPr/>
            </p:nvSpPr>
            <p:spPr bwMode="auto">
              <a:xfrm>
                <a:off x="4635500" y="2014538"/>
                <a:ext cx="7938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1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lnTo>
                      <a:pt x="5" y="1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Freeform 132"/>
              <p:cNvSpPr>
                <a:spLocks/>
              </p:cNvSpPr>
              <p:nvPr/>
            </p:nvSpPr>
            <p:spPr bwMode="auto">
              <a:xfrm>
                <a:off x="4606925" y="2001838"/>
                <a:ext cx="28575" cy="1270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0"/>
                  </a:cxn>
                  <a:cxn ang="0">
                    <a:pos x="8" y="1"/>
                  </a:cxn>
                  <a:cxn ang="0">
                    <a:pos x="12" y="2"/>
                  </a:cxn>
                  <a:cxn ang="0">
                    <a:pos x="15" y="3"/>
                  </a:cxn>
                  <a:cxn ang="0">
                    <a:pos x="16" y="3"/>
                  </a:cxn>
                  <a:cxn ang="0">
                    <a:pos x="17" y="4"/>
                  </a:cxn>
                  <a:cxn ang="0">
                    <a:pos x="18" y="8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8" h="8">
                    <a:moveTo>
                      <a:pt x="1" y="0"/>
                    </a:moveTo>
                    <a:lnTo>
                      <a:pt x="4" y="0"/>
                    </a:lnTo>
                    <a:lnTo>
                      <a:pt x="8" y="1"/>
                    </a:lnTo>
                    <a:lnTo>
                      <a:pt x="12" y="2"/>
                    </a:lnTo>
                    <a:lnTo>
                      <a:pt x="15" y="3"/>
                    </a:lnTo>
                    <a:lnTo>
                      <a:pt x="16" y="3"/>
                    </a:lnTo>
                    <a:lnTo>
                      <a:pt x="17" y="4"/>
                    </a:lnTo>
                    <a:lnTo>
                      <a:pt x="18" y="8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Freeform 133"/>
              <p:cNvSpPr>
                <a:spLocks noEditPoints="1"/>
              </p:cNvSpPr>
              <p:nvPr/>
            </p:nvSpPr>
            <p:spPr bwMode="auto">
              <a:xfrm>
                <a:off x="5018087" y="1773238"/>
                <a:ext cx="84138" cy="61913"/>
              </a:xfrm>
              <a:custGeom>
                <a:avLst/>
                <a:gdLst/>
                <a:ahLst/>
                <a:cxnLst>
                  <a:cxn ang="0">
                    <a:pos x="22" y="26"/>
                  </a:cxn>
                  <a:cxn ang="0">
                    <a:pos x="23" y="26"/>
                  </a:cxn>
                  <a:cxn ang="0">
                    <a:pos x="22" y="26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9" y="0"/>
                  </a:cxn>
                  <a:cxn ang="0">
                    <a:pos x="10" y="1"/>
                  </a:cxn>
                  <a:cxn ang="0">
                    <a:pos x="12" y="1"/>
                  </a:cxn>
                  <a:cxn ang="0">
                    <a:pos x="13" y="1"/>
                  </a:cxn>
                  <a:cxn ang="0">
                    <a:pos x="14" y="2"/>
                  </a:cxn>
                  <a:cxn ang="0">
                    <a:pos x="21" y="4"/>
                  </a:cxn>
                  <a:cxn ang="0">
                    <a:pos x="28" y="6"/>
                  </a:cxn>
                  <a:cxn ang="0">
                    <a:pos x="35" y="9"/>
                  </a:cxn>
                  <a:cxn ang="0">
                    <a:pos x="41" y="14"/>
                  </a:cxn>
                  <a:cxn ang="0">
                    <a:pos x="41" y="15"/>
                  </a:cxn>
                  <a:cxn ang="0">
                    <a:pos x="41" y="16"/>
                  </a:cxn>
                  <a:cxn ang="0">
                    <a:pos x="41" y="17"/>
                  </a:cxn>
                  <a:cxn ang="0">
                    <a:pos x="42" y="19"/>
                  </a:cxn>
                  <a:cxn ang="0">
                    <a:pos x="47" y="22"/>
                  </a:cxn>
                  <a:cxn ang="0">
                    <a:pos x="48" y="24"/>
                  </a:cxn>
                  <a:cxn ang="0">
                    <a:pos x="50" y="26"/>
                  </a:cxn>
                  <a:cxn ang="0">
                    <a:pos x="52" y="29"/>
                  </a:cxn>
                  <a:cxn ang="0">
                    <a:pos x="53" y="31"/>
                  </a:cxn>
                  <a:cxn ang="0">
                    <a:pos x="53" y="33"/>
                  </a:cxn>
                  <a:cxn ang="0">
                    <a:pos x="51" y="36"/>
                  </a:cxn>
                  <a:cxn ang="0">
                    <a:pos x="48" y="37"/>
                  </a:cxn>
                  <a:cxn ang="0">
                    <a:pos x="43" y="39"/>
                  </a:cxn>
                  <a:cxn ang="0">
                    <a:pos x="28" y="39"/>
                  </a:cxn>
                  <a:cxn ang="0">
                    <a:pos x="24" y="37"/>
                  </a:cxn>
                  <a:cxn ang="0">
                    <a:pos x="22" y="35"/>
                  </a:cxn>
                  <a:cxn ang="0">
                    <a:pos x="21" y="33"/>
                  </a:cxn>
                  <a:cxn ang="0">
                    <a:pos x="21" y="30"/>
                  </a:cxn>
                  <a:cxn ang="0">
                    <a:pos x="20" y="27"/>
                  </a:cxn>
                  <a:cxn ang="0">
                    <a:pos x="18" y="26"/>
                  </a:cxn>
                  <a:cxn ang="0">
                    <a:pos x="17" y="26"/>
                  </a:cxn>
                  <a:cxn ang="0">
                    <a:pos x="15" y="29"/>
                  </a:cxn>
                  <a:cxn ang="0">
                    <a:pos x="15" y="30"/>
                  </a:cxn>
                  <a:cxn ang="0">
                    <a:pos x="14" y="32"/>
                  </a:cxn>
                  <a:cxn ang="0">
                    <a:pos x="14" y="33"/>
                  </a:cxn>
                  <a:cxn ang="0">
                    <a:pos x="13" y="33"/>
                  </a:cxn>
                  <a:cxn ang="0">
                    <a:pos x="7" y="30"/>
                  </a:cxn>
                  <a:cxn ang="0">
                    <a:pos x="3" y="28"/>
                  </a:cxn>
                  <a:cxn ang="0">
                    <a:pos x="1" y="24"/>
                  </a:cxn>
                  <a:cxn ang="0">
                    <a:pos x="0" y="21"/>
                  </a:cxn>
                  <a:cxn ang="0">
                    <a:pos x="1" y="20"/>
                  </a:cxn>
                  <a:cxn ang="0">
                    <a:pos x="5" y="19"/>
                  </a:cxn>
                  <a:cxn ang="0">
                    <a:pos x="10" y="19"/>
                  </a:cxn>
                  <a:cxn ang="0">
                    <a:pos x="14" y="21"/>
                  </a:cxn>
                  <a:cxn ang="0">
                    <a:pos x="19" y="24"/>
                  </a:cxn>
                  <a:cxn ang="0">
                    <a:pos x="21" y="25"/>
                  </a:cxn>
                  <a:cxn ang="0">
                    <a:pos x="20" y="24"/>
                  </a:cxn>
                  <a:cxn ang="0">
                    <a:pos x="19" y="23"/>
                  </a:cxn>
                  <a:cxn ang="0">
                    <a:pos x="18" y="22"/>
                  </a:cxn>
                  <a:cxn ang="0">
                    <a:pos x="17" y="22"/>
                  </a:cxn>
                  <a:cxn ang="0">
                    <a:pos x="20" y="22"/>
                  </a:cxn>
                  <a:cxn ang="0">
                    <a:pos x="20" y="21"/>
                  </a:cxn>
                  <a:cxn ang="0">
                    <a:pos x="16" y="16"/>
                  </a:cxn>
                  <a:cxn ang="0">
                    <a:pos x="13" y="11"/>
                  </a:cxn>
                  <a:cxn ang="0">
                    <a:pos x="9" y="6"/>
                  </a:cxn>
                  <a:cxn ang="0">
                    <a:pos x="7" y="1"/>
                  </a:cxn>
                  <a:cxn ang="0">
                    <a:pos x="7" y="0"/>
                  </a:cxn>
                  <a:cxn ang="0">
                    <a:pos x="8" y="0"/>
                  </a:cxn>
                </a:cxnLst>
                <a:rect l="0" t="0" r="r" b="b"/>
                <a:pathLst>
                  <a:path w="53" h="39">
                    <a:moveTo>
                      <a:pt x="22" y="26"/>
                    </a:moveTo>
                    <a:lnTo>
                      <a:pt x="23" y="26"/>
                    </a:lnTo>
                    <a:lnTo>
                      <a:pt x="22" y="26"/>
                    </a:lnTo>
                    <a:close/>
                    <a:moveTo>
                      <a:pt x="8" y="0"/>
                    </a:moveTo>
                    <a:lnTo>
                      <a:pt x="8" y="0"/>
                    </a:lnTo>
                    <a:lnTo>
                      <a:pt x="9" y="0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3" y="1"/>
                    </a:lnTo>
                    <a:lnTo>
                      <a:pt x="14" y="2"/>
                    </a:lnTo>
                    <a:lnTo>
                      <a:pt x="21" y="4"/>
                    </a:lnTo>
                    <a:lnTo>
                      <a:pt x="28" y="6"/>
                    </a:lnTo>
                    <a:lnTo>
                      <a:pt x="35" y="9"/>
                    </a:lnTo>
                    <a:lnTo>
                      <a:pt x="41" y="14"/>
                    </a:lnTo>
                    <a:lnTo>
                      <a:pt x="41" y="15"/>
                    </a:lnTo>
                    <a:lnTo>
                      <a:pt x="41" y="16"/>
                    </a:lnTo>
                    <a:lnTo>
                      <a:pt x="41" y="17"/>
                    </a:lnTo>
                    <a:lnTo>
                      <a:pt x="42" y="19"/>
                    </a:lnTo>
                    <a:lnTo>
                      <a:pt x="47" y="22"/>
                    </a:lnTo>
                    <a:lnTo>
                      <a:pt x="48" y="24"/>
                    </a:lnTo>
                    <a:lnTo>
                      <a:pt x="50" y="26"/>
                    </a:lnTo>
                    <a:lnTo>
                      <a:pt x="52" y="29"/>
                    </a:lnTo>
                    <a:lnTo>
                      <a:pt x="53" y="31"/>
                    </a:lnTo>
                    <a:lnTo>
                      <a:pt x="53" y="33"/>
                    </a:lnTo>
                    <a:lnTo>
                      <a:pt x="51" y="36"/>
                    </a:lnTo>
                    <a:lnTo>
                      <a:pt x="48" y="37"/>
                    </a:lnTo>
                    <a:lnTo>
                      <a:pt x="43" y="39"/>
                    </a:lnTo>
                    <a:lnTo>
                      <a:pt x="28" y="39"/>
                    </a:lnTo>
                    <a:lnTo>
                      <a:pt x="24" y="37"/>
                    </a:lnTo>
                    <a:lnTo>
                      <a:pt x="22" y="35"/>
                    </a:lnTo>
                    <a:lnTo>
                      <a:pt x="21" y="33"/>
                    </a:lnTo>
                    <a:lnTo>
                      <a:pt x="21" y="30"/>
                    </a:lnTo>
                    <a:lnTo>
                      <a:pt x="20" y="27"/>
                    </a:lnTo>
                    <a:lnTo>
                      <a:pt x="18" y="26"/>
                    </a:lnTo>
                    <a:lnTo>
                      <a:pt x="17" y="26"/>
                    </a:lnTo>
                    <a:lnTo>
                      <a:pt x="15" y="29"/>
                    </a:lnTo>
                    <a:lnTo>
                      <a:pt x="15" y="30"/>
                    </a:lnTo>
                    <a:lnTo>
                      <a:pt x="14" y="32"/>
                    </a:lnTo>
                    <a:lnTo>
                      <a:pt x="14" y="33"/>
                    </a:lnTo>
                    <a:lnTo>
                      <a:pt x="13" y="33"/>
                    </a:lnTo>
                    <a:lnTo>
                      <a:pt x="7" y="30"/>
                    </a:lnTo>
                    <a:lnTo>
                      <a:pt x="3" y="28"/>
                    </a:lnTo>
                    <a:lnTo>
                      <a:pt x="1" y="24"/>
                    </a:lnTo>
                    <a:lnTo>
                      <a:pt x="0" y="21"/>
                    </a:lnTo>
                    <a:lnTo>
                      <a:pt x="1" y="20"/>
                    </a:lnTo>
                    <a:lnTo>
                      <a:pt x="5" y="19"/>
                    </a:lnTo>
                    <a:lnTo>
                      <a:pt x="10" y="19"/>
                    </a:lnTo>
                    <a:lnTo>
                      <a:pt x="14" y="21"/>
                    </a:lnTo>
                    <a:lnTo>
                      <a:pt x="19" y="24"/>
                    </a:lnTo>
                    <a:lnTo>
                      <a:pt x="21" y="25"/>
                    </a:lnTo>
                    <a:lnTo>
                      <a:pt x="20" y="24"/>
                    </a:lnTo>
                    <a:lnTo>
                      <a:pt x="19" y="23"/>
                    </a:lnTo>
                    <a:lnTo>
                      <a:pt x="18" y="22"/>
                    </a:lnTo>
                    <a:lnTo>
                      <a:pt x="17" y="22"/>
                    </a:lnTo>
                    <a:lnTo>
                      <a:pt x="20" y="22"/>
                    </a:lnTo>
                    <a:lnTo>
                      <a:pt x="20" y="21"/>
                    </a:lnTo>
                    <a:lnTo>
                      <a:pt x="16" y="16"/>
                    </a:lnTo>
                    <a:lnTo>
                      <a:pt x="13" y="11"/>
                    </a:lnTo>
                    <a:lnTo>
                      <a:pt x="9" y="6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Freeform 134"/>
              <p:cNvSpPr>
                <a:spLocks/>
              </p:cNvSpPr>
              <p:nvPr/>
            </p:nvSpPr>
            <p:spPr bwMode="auto">
              <a:xfrm>
                <a:off x="4491037" y="2011363"/>
                <a:ext cx="87313" cy="58738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7" y="0"/>
                  </a:cxn>
                  <a:cxn ang="0">
                    <a:pos x="20" y="2"/>
                  </a:cxn>
                  <a:cxn ang="0">
                    <a:pos x="25" y="4"/>
                  </a:cxn>
                  <a:cxn ang="0">
                    <a:pos x="28" y="6"/>
                  </a:cxn>
                  <a:cxn ang="0">
                    <a:pos x="31" y="7"/>
                  </a:cxn>
                  <a:cxn ang="0">
                    <a:pos x="32" y="8"/>
                  </a:cxn>
                  <a:cxn ang="0">
                    <a:pos x="38" y="15"/>
                  </a:cxn>
                  <a:cxn ang="0">
                    <a:pos x="44" y="21"/>
                  </a:cxn>
                  <a:cxn ang="0">
                    <a:pos x="46" y="23"/>
                  </a:cxn>
                  <a:cxn ang="0">
                    <a:pos x="50" y="24"/>
                  </a:cxn>
                  <a:cxn ang="0">
                    <a:pos x="53" y="25"/>
                  </a:cxn>
                  <a:cxn ang="0">
                    <a:pos x="55" y="27"/>
                  </a:cxn>
                  <a:cxn ang="0">
                    <a:pos x="55" y="29"/>
                  </a:cxn>
                  <a:cxn ang="0">
                    <a:pos x="53" y="30"/>
                  </a:cxn>
                  <a:cxn ang="0">
                    <a:pos x="51" y="30"/>
                  </a:cxn>
                  <a:cxn ang="0">
                    <a:pos x="47" y="29"/>
                  </a:cxn>
                  <a:cxn ang="0">
                    <a:pos x="43" y="28"/>
                  </a:cxn>
                  <a:cxn ang="0">
                    <a:pos x="39" y="26"/>
                  </a:cxn>
                  <a:cxn ang="0">
                    <a:pos x="37" y="24"/>
                  </a:cxn>
                  <a:cxn ang="0">
                    <a:pos x="34" y="23"/>
                  </a:cxn>
                  <a:cxn ang="0">
                    <a:pos x="34" y="21"/>
                  </a:cxn>
                  <a:cxn ang="0">
                    <a:pos x="35" y="20"/>
                  </a:cxn>
                  <a:cxn ang="0">
                    <a:pos x="35" y="19"/>
                  </a:cxn>
                  <a:cxn ang="0">
                    <a:pos x="34" y="19"/>
                  </a:cxn>
                  <a:cxn ang="0">
                    <a:pos x="31" y="23"/>
                  </a:cxn>
                  <a:cxn ang="0">
                    <a:pos x="29" y="28"/>
                  </a:cxn>
                  <a:cxn ang="0">
                    <a:pos x="26" y="32"/>
                  </a:cxn>
                  <a:cxn ang="0">
                    <a:pos x="23" y="35"/>
                  </a:cxn>
                  <a:cxn ang="0">
                    <a:pos x="19" y="37"/>
                  </a:cxn>
                  <a:cxn ang="0">
                    <a:pos x="17" y="37"/>
                  </a:cxn>
                  <a:cxn ang="0">
                    <a:pos x="16" y="35"/>
                  </a:cxn>
                  <a:cxn ang="0">
                    <a:pos x="15" y="32"/>
                  </a:cxn>
                  <a:cxn ang="0">
                    <a:pos x="14" y="29"/>
                  </a:cxn>
                  <a:cxn ang="0">
                    <a:pos x="13" y="28"/>
                  </a:cxn>
                  <a:cxn ang="0">
                    <a:pos x="10" y="28"/>
                  </a:cxn>
                  <a:cxn ang="0">
                    <a:pos x="5" y="31"/>
                  </a:cxn>
                  <a:cxn ang="0">
                    <a:pos x="2" y="32"/>
                  </a:cxn>
                  <a:cxn ang="0">
                    <a:pos x="0" y="31"/>
                  </a:cxn>
                  <a:cxn ang="0">
                    <a:pos x="0" y="30"/>
                  </a:cxn>
                  <a:cxn ang="0">
                    <a:pos x="4" y="26"/>
                  </a:cxn>
                  <a:cxn ang="0">
                    <a:pos x="6" y="24"/>
                  </a:cxn>
                  <a:cxn ang="0">
                    <a:pos x="8" y="22"/>
                  </a:cxn>
                  <a:cxn ang="0">
                    <a:pos x="8" y="21"/>
                  </a:cxn>
                  <a:cxn ang="0">
                    <a:pos x="8" y="20"/>
                  </a:cxn>
                  <a:cxn ang="0">
                    <a:pos x="6" y="19"/>
                  </a:cxn>
                  <a:cxn ang="0">
                    <a:pos x="5" y="18"/>
                  </a:cxn>
                  <a:cxn ang="0">
                    <a:pos x="4" y="16"/>
                  </a:cxn>
                  <a:cxn ang="0">
                    <a:pos x="4" y="15"/>
                  </a:cxn>
                  <a:cxn ang="0">
                    <a:pos x="8" y="11"/>
                  </a:cxn>
                  <a:cxn ang="0">
                    <a:pos x="12" y="8"/>
                  </a:cxn>
                  <a:cxn ang="0">
                    <a:pos x="15" y="5"/>
                  </a:cxn>
                  <a:cxn ang="0">
                    <a:pos x="16" y="4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6" y="0"/>
                  </a:cxn>
                </a:cxnLst>
                <a:rect l="0" t="0" r="r" b="b"/>
                <a:pathLst>
                  <a:path w="55" h="37">
                    <a:moveTo>
                      <a:pt x="16" y="0"/>
                    </a:moveTo>
                    <a:lnTo>
                      <a:pt x="17" y="0"/>
                    </a:lnTo>
                    <a:lnTo>
                      <a:pt x="20" y="2"/>
                    </a:lnTo>
                    <a:lnTo>
                      <a:pt x="25" y="4"/>
                    </a:lnTo>
                    <a:lnTo>
                      <a:pt x="28" y="6"/>
                    </a:lnTo>
                    <a:lnTo>
                      <a:pt x="31" y="7"/>
                    </a:lnTo>
                    <a:lnTo>
                      <a:pt x="32" y="8"/>
                    </a:lnTo>
                    <a:lnTo>
                      <a:pt x="38" y="15"/>
                    </a:lnTo>
                    <a:lnTo>
                      <a:pt x="44" y="21"/>
                    </a:lnTo>
                    <a:lnTo>
                      <a:pt x="46" y="23"/>
                    </a:lnTo>
                    <a:lnTo>
                      <a:pt x="50" y="24"/>
                    </a:lnTo>
                    <a:lnTo>
                      <a:pt x="53" y="25"/>
                    </a:lnTo>
                    <a:lnTo>
                      <a:pt x="55" y="27"/>
                    </a:lnTo>
                    <a:lnTo>
                      <a:pt x="55" y="29"/>
                    </a:lnTo>
                    <a:lnTo>
                      <a:pt x="53" y="30"/>
                    </a:lnTo>
                    <a:lnTo>
                      <a:pt x="51" y="30"/>
                    </a:lnTo>
                    <a:lnTo>
                      <a:pt x="47" y="29"/>
                    </a:lnTo>
                    <a:lnTo>
                      <a:pt x="43" y="28"/>
                    </a:lnTo>
                    <a:lnTo>
                      <a:pt x="39" y="26"/>
                    </a:lnTo>
                    <a:lnTo>
                      <a:pt x="37" y="24"/>
                    </a:lnTo>
                    <a:lnTo>
                      <a:pt x="34" y="23"/>
                    </a:lnTo>
                    <a:lnTo>
                      <a:pt x="34" y="21"/>
                    </a:lnTo>
                    <a:lnTo>
                      <a:pt x="35" y="20"/>
                    </a:lnTo>
                    <a:lnTo>
                      <a:pt x="35" y="19"/>
                    </a:lnTo>
                    <a:lnTo>
                      <a:pt x="34" y="19"/>
                    </a:lnTo>
                    <a:lnTo>
                      <a:pt x="31" y="23"/>
                    </a:lnTo>
                    <a:lnTo>
                      <a:pt x="29" y="28"/>
                    </a:lnTo>
                    <a:lnTo>
                      <a:pt x="26" y="32"/>
                    </a:lnTo>
                    <a:lnTo>
                      <a:pt x="23" y="35"/>
                    </a:lnTo>
                    <a:lnTo>
                      <a:pt x="19" y="37"/>
                    </a:lnTo>
                    <a:lnTo>
                      <a:pt x="17" y="37"/>
                    </a:lnTo>
                    <a:lnTo>
                      <a:pt x="16" y="35"/>
                    </a:lnTo>
                    <a:lnTo>
                      <a:pt x="15" y="32"/>
                    </a:lnTo>
                    <a:lnTo>
                      <a:pt x="14" y="29"/>
                    </a:lnTo>
                    <a:lnTo>
                      <a:pt x="13" y="28"/>
                    </a:lnTo>
                    <a:lnTo>
                      <a:pt x="10" y="28"/>
                    </a:lnTo>
                    <a:lnTo>
                      <a:pt x="5" y="31"/>
                    </a:lnTo>
                    <a:lnTo>
                      <a:pt x="2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4" y="26"/>
                    </a:lnTo>
                    <a:lnTo>
                      <a:pt x="6" y="24"/>
                    </a:lnTo>
                    <a:lnTo>
                      <a:pt x="8" y="22"/>
                    </a:lnTo>
                    <a:lnTo>
                      <a:pt x="8" y="21"/>
                    </a:lnTo>
                    <a:lnTo>
                      <a:pt x="8" y="20"/>
                    </a:lnTo>
                    <a:lnTo>
                      <a:pt x="6" y="19"/>
                    </a:lnTo>
                    <a:lnTo>
                      <a:pt x="5" y="18"/>
                    </a:lnTo>
                    <a:lnTo>
                      <a:pt x="4" y="16"/>
                    </a:lnTo>
                    <a:lnTo>
                      <a:pt x="4" y="15"/>
                    </a:lnTo>
                    <a:lnTo>
                      <a:pt x="8" y="11"/>
                    </a:lnTo>
                    <a:lnTo>
                      <a:pt x="12" y="8"/>
                    </a:lnTo>
                    <a:lnTo>
                      <a:pt x="15" y="5"/>
                    </a:lnTo>
                    <a:lnTo>
                      <a:pt x="16" y="4"/>
                    </a:lnTo>
                    <a:lnTo>
                      <a:pt x="16" y="2"/>
                    </a:lnTo>
                    <a:lnTo>
                      <a:pt x="16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Freeform 135"/>
              <p:cNvSpPr>
                <a:spLocks/>
              </p:cNvSpPr>
              <p:nvPr/>
            </p:nvSpPr>
            <p:spPr bwMode="auto">
              <a:xfrm>
                <a:off x="4624387" y="2046288"/>
                <a:ext cx="12700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" y="0"/>
                  </a:cxn>
                  <a:cxn ang="0">
                    <a:pos x="3" y="0"/>
                  </a:cxn>
                  <a:cxn ang="0">
                    <a:pos x="4" y="0"/>
                  </a:cxn>
                  <a:cxn ang="0">
                    <a:pos x="5" y="1"/>
                  </a:cxn>
                  <a:cxn ang="0">
                    <a:pos x="6" y="1"/>
                  </a:cxn>
                  <a:cxn ang="0">
                    <a:pos x="7" y="2"/>
                  </a:cxn>
                  <a:cxn ang="0">
                    <a:pos x="8" y="2"/>
                  </a:cxn>
                  <a:cxn ang="0">
                    <a:pos x="4" y="2"/>
                  </a:cxn>
                  <a:cxn ang="0">
                    <a:pos x="2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8" h="2">
                    <a:moveTo>
                      <a:pt x="1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3" name="Freeform 136"/>
              <p:cNvSpPr>
                <a:spLocks/>
              </p:cNvSpPr>
              <p:nvPr/>
            </p:nvSpPr>
            <p:spPr bwMode="auto">
              <a:xfrm>
                <a:off x="3752850" y="2116138"/>
                <a:ext cx="19050" cy="365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7" y="12"/>
                  </a:cxn>
                  <a:cxn ang="0">
                    <a:pos x="1" y="22"/>
                  </a:cxn>
                  <a:cxn ang="0">
                    <a:pos x="0" y="23"/>
                  </a:cxn>
                  <a:cxn ang="0">
                    <a:pos x="0" y="21"/>
                  </a:cxn>
                  <a:cxn ang="0">
                    <a:pos x="1" y="20"/>
                  </a:cxn>
                  <a:cxn ang="0">
                    <a:pos x="1" y="19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4" y="11"/>
                  </a:cxn>
                  <a:cxn ang="0">
                    <a:pos x="5" y="6"/>
                  </a:cxn>
                  <a:cxn ang="0">
                    <a:pos x="7" y="1"/>
                  </a:cxn>
                  <a:cxn ang="0">
                    <a:pos x="8" y="0"/>
                  </a:cxn>
                </a:cxnLst>
                <a:rect l="0" t="0" r="r" b="b"/>
                <a:pathLst>
                  <a:path w="12" h="23">
                    <a:moveTo>
                      <a:pt x="8" y="0"/>
                    </a:moveTo>
                    <a:lnTo>
                      <a:pt x="9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7" y="12"/>
                    </a:lnTo>
                    <a:lnTo>
                      <a:pt x="1" y="22"/>
                    </a:lnTo>
                    <a:lnTo>
                      <a:pt x="0" y="23"/>
                    </a:lnTo>
                    <a:lnTo>
                      <a:pt x="0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5" y="6"/>
                    </a:lnTo>
                    <a:lnTo>
                      <a:pt x="7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4" name="Freeform 137"/>
              <p:cNvSpPr>
                <a:spLocks/>
              </p:cNvSpPr>
              <p:nvPr/>
            </p:nvSpPr>
            <p:spPr bwMode="auto">
              <a:xfrm>
                <a:off x="5260975" y="1862138"/>
                <a:ext cx="6350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2" y="1"/>
                  </a:cxn>
                  <a:cxn ang="0">
                    <a:pos x="3" y="1"/>
                  </a:cxn>
                  <a:cxn ang="0">
                    <a:pos x="4" y="2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1" y="0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5" name="Freeform 138"/>
              <p:cNvSpPr>
                <a:spLocks/>
              </p:cNvSpPr>
              <p:nvPr/>
            </p:nvSpPr>
            <p:spPr bwMode="auto">
              <a:xfrm>
                <a:off x="5257800" y="1858963"/>
                <a:ext cx="3175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2" y="2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1" y="1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6" name="Freeform 139"/>
              <p:cNvSpPr>
                <a:spLocks noEditPoints="1"/>
              </p:cNvSpPr>
              <p:nvPr/>
            </p:nvSpPr>
            <p:spPr bwMode="auto">
              <a:xfrm>
                <a:off x="3759200" y="2152650"/>
                <a:ext cx="12700" cy="49213"/>
              </a:xfrm>
              <a:custGeom>
                <a:avLst/>
                <a:gdLst/>
                <a:ahLst/>
                <a:cxnLst>
                  <a:cxn ang="0">
                    <a:pos x="5" y="11"/>
                  </a:cxn>
                  <a:cxn ang="0">
                    <a:pos x="4" y="17"/>
                  </a:cxn>
                  <a:cxn ang="0">
                    <a:pos x="5" y="18"/>
                  </a:cxn>
                  <a:cxn ang="0">
                    <a:pos x="8" y="21"/>
                  </a:cxn>
                  <a:cxn ang="0">
                    <a:pos x="8" y="22"/>
                  </a:cxn>
                  <a:cxn ang="0">
                    <a:pos x="7" y="25"/>
                  </a:cxn>
                  <a:cxn ang="0">
                    <a:pos x="6" y="28"/>
                  </a:cxn>
                  <a:cxn ang="0">
                    <a:pos x="4" y="31"/>
                  </a:cxn>
                  <a:cxn ang="0">
                    <a:pos x="2" y="31"/>
                  </a:cxn>
                  <a:cxn ang="0">
                    <a:pos x="0" y="30"/>
                  </a:cxn>
                  <a:cxn ang="0">
                    <a:pos x="0" y="28"/>
                  </a:cxn>
                  <a:cxn ang="0">
                    <a:pos x="1" y="25"/>
                  </a:cxn>
                  <a:cxn ang="0">
                    <a:pos x="3" y="20"/>
                  </a:cxn>
                  <a:cxn ang="0">
                    <a:pos x="4" y="15"/>
                  </a:cxn>
                  <a:cxn ang="0">
                    <a:pos x="5" y="11"/>
                  </a:cxn>
                  <a:cxn ang="0">
                    <a:pos x="6" y="2"/>
                  </a:cxn>
                  <a:cxn ang="0">
                    <a:pos x="6" y="5"/>
                  </a:cxn>
                  <a:cxn ang="0">
                    <a:pos x="5" y="11"/>
                  </a:cxn>
                  <a:cxn ang="0">
                    <a:pos x="5" y="8"/>
                  </a:cxn>
                  <a:cxn ang="0">
                    <a:pos x="6" y="2"/>
                  </a:cxn>
                  <a:cxn ang="0">
                    <a:pos x="7" y="0"/>
                  </a:cxn>
                  <a:cxn ang="0">
                    <a:pos x="6" y="2"/>
                  </a:cxn>
                  <a:cxn ang="0">
                    <a:pos x="6" y="1"/>
                  </a:cxn>
                  <a:cxn ang="0">
                    <a:pos x="7" y="0"/>
                  </a:cxn>
                </a:cxnLst>
                <a:rect l="0" t="0" r="r" b="b"/>
                <a:pathLst>
                  <a:path w="8" h="31">
                    <a:moveTo>
                      <a:pt x="5" y="11"/>
                    </a:moveTo>
                    <a:lnTo>
                      <a:pt x="4" y="17"/>
                    </a:lnTo>
                    <a:lnTo>
                      <a:pt x="5" y="18"/>
                    </a:lnTo>
                    <a:lnTo>
                      <a:pt x="8" y="21"/>
                    </a:lnTo>
                    <a:lnTo>
                      <a:pt x="8" y="22"/>
                    </a:lnTo>
                    <a:lnTo>
                      <a:pt x="7" y="25"/>
                    </a:lnTo>
                    <a:lnTo>
                      <a:pt x="6" y="28"/>
                    </a:lnTo>
                    <a:lnTo>
                      <a:pt x="4" y="31"/>
                    </a:lnTo>
                    <a:lnTo>
                      <a:pt x="2" y="31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1" y="25"/>
                    </a:lnTo>
                    <a:lnTo>
                      <a:pt x="3" y="20"/>
                    </a:lnTo>
                    <a:lnTo>
                      <a:pt x="4" y="15"/>
                    </a:lnTo>
                    <a:lnTo>
                      <a:pt x="5" y="11"/>
                    </a:lnTo>
                    <a:close/>
                    <a:moveTo>
                      <a:pt x="6" y="2"/>
                    </a:moveTo>
                    <a:lnTo>
                      <a:pt x="6" y="5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6" y="2"/>
                    </a:lnTo>
                    <a:close/>
                    <a:moveTo>
                      <a:pt x="7" y="0"/>
                    </a:moveTo>
                    <a:lnTo>
                      <a:pt x="6" y="2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7" name="Freeform 140"/>
              <p:cNvSpPr>
                <a:spLocks/>
              </p:cNvSpPr>
              <p:nvPr/>
            </p:nvSpPr>
            <p:spPr bwMode="auto">
              <a:xfrm>
                <a:off x="5267325" y="1862138"/>
                <a:ext cx="19050" cy="14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"/>
                  </a:cxn>
                  <a:cxn ang="0">
                    <a:pos x="5" y="3"/>
                  </a:cxn>
                  <a:cxn ang="0">
                    <a:pos x="6" y="4"/>
                  </a:cxn>
                  <a:cxn ang="0">
                    <a:pos x="6" y="5"/>
                  </a:cxn>
                  <a:cxn ang="0">
                    <a:pos x="8" y="6"/>
                  </a:cxn>
                  <a:cxn ang="0">
                    <a:pos x="9" y="6"/>
                  </a:cxn>
                  <a:cxn ang="0">
                    <a:pos x="12" y="9"/>
                  </a:cxn>
                  <a:cxn ang="0">
                    <a:pos x="7" y="6"/>
                  </a:cxn>
                  <a:cxn ang="0">
                    <a:pos x="2" y="2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lnTo>
                      <a:pt x="2" y="1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9" y="6"/>
                    </a:lnTo>
                    <a:lnTo>
                      <a:pt x="12" y="9"/>
                    </a:lnTo>
                    <a:lnTo>
                      <a:pt x="7" y="6"/>
                    </a:lnTo>
                    <a:lnTo>
                      <a:pt x="2" y="2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8" name="Freeform 141"/>
              <p:cNvSpPr>
                <a:spLocks/>
              </p:cNvSpPr>
              <p:nvPr/>
            </p:nvSpPr>
            <p:spPr bwMode="auto">
              <a:xfrm>
                <a:off x="5213350" y="1820863"/>
                <a:ext cx="163513" cy="12382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1" y="1"/>
                  </a:cxn>
                  <a:cxn ang="0">
                    <a:pos x="25" y="12"/>
                  </a:cxn>
                  <a:cxn ang="0">
                    <a:pos x="30" y="18"/>
                  </a:cxn>
                  <a:cxn ang="0">
                    <a:pos x="34" y="21"/>
                  </a:cxn>
                  <a:cxn ang="0">
                    <a:pos x="33" y="20"/>
                  </a:cxn>
                  <a:cxn ang="0">
                    <a:pos x="33" y="18"/>
                  </a:cxn>
                  <a:cxn ang="0">
                    <a:pos x="32" y="16"/>
                  </a:cxn>
                  <a:cxn ang="0">
                    <a:pos x="32" y="16"/>
                  </a:cxn>
                  <a:cxn ang="0">
                    <a:pos x="42" y="21"/>
                  </a:cxn>
                  <a:cxn ang="0">
                    <a:pos x="57" y="29"/>
                  </a:cxn>
                  <a:cxn ang="0">
                    <a:pos x="73" y="39"/>
                  </a:cxn>
                  <a:cxn ang="0">
                    <a:pos x="86" y="50"/>
                  </a:cxn>
                  <a:cxn ang="0">
                    <a:pos x="91" y="55"/>
                  </a:cxn>
                  <a:cxn ang="0">
                    <a:pos x="96" y="66"/>
                  </a:cxn>
                  <a:cxn ang="0">
                    <a:pos x="103" y="78"/>
                  </a:cxn>
                  <a:cxn ang="0">
                    <a:pos x="101" y="75"/>
                  </a:cxn>
                  <a:cxn ang="0">
                    <a:pos x="94" y="67"/>
                  </a:cxn>
                  <a:cxn ang="0">
                    <a:pos x="88" y="59"/>
                  </a:cxn>
                  <a:cxn ang="0">
                    <a:pos x="84" y="57"/>
                  </a:cxn>
                  <a:cxn ang="0">
                    <a:pos x="89" y="62"/>
                  </a:cxn>
                  <a:cxn ang="0">
                    <a:pos x="89" y="65"/>
                  </a:cxn>
                  <a:cxn ang="0">
                    <a:pos x="81" y="57"/>
                  </a:cxn>
                  <a:cxn ang="0">
                    <a:pos x="77" y="54"/>
                  </a:cxn>
                  <a:cxn ang="0">
                    <a:pos x="75" y="55"/>
                  </a:cxn>
                  <a:cxn ang="0">
                    <a:pos x="69" y="47"/>
                  </a:cxn>
                  <a:cxn ang="0">
                    <a:pos x="66" y="43"/>
                  </a:cxn>
                  <a:cxn ang="0">
                    <a:pos x="64" y="41"/>
                  </a:cxn>
                  <a:cxn ang="0">
                    <a:pos x="59" y="37"/>
                  </a:cxn>
                  <a:cxn ang="0">
                    <a:pos x="50" y="29"/>
                  </a:cxn>
                  <a:cxn ang="0">
                    <a:pos x="46" y="28"/>
                  </a:cxn>
                  <a:cxn ang="0">
                    <a:pos x="46" y="31"/>
                  </a:cxn>
                  <a:cxn ang="0">
                    <a:pos x="50" y="34"/>
                  </a:cxn>
                  <a:cxn ang="0">
                    <a:pos x="51" y="37"/>
                  </a:cxn>
                  <a:cxn ang="0">
                    <a:pos x="44" y="32"/>
                  </a:cxn>
                  <a:cxn ang="0">
                    <a:pos x="38" y="26"/>
                  </a:cxn>
                  <a:cxn ang="0">
                    <a:pos x="30" y="23"/>
                  </a:cxn>
                  <a:cxn ang="0">
                    <a:pos x="27" y="20"/>
                  </a:cxn>
                  <a:cxn ang="0">
                    <a:pos x="28" y="21"/>
                  </a:cxn>
                  <a:cxn ang="0">
                    <a:pos x="29" y="23"/>
                  </a:cxn>
                  <a:cxn ang="0">
                    <a:pos x="30" y="24"/>
                  </a:cxn>
                  <a:cxn ang="0">
                    <a:pos x="14" y="12"/>
                  </a:cxn>
                  <a:cxn ang="0">
                    <a:pos x="6" y="7"/>
                  </a:cxn>
                  <a:cxn ang="0">
                    <a:pos x="1" y="3"/>
                  </a:cxn>
                  <a:cxn ang="0">
                    <a:pos x="5" y="3"/>
                  </a:cxn>
                  <a:cxn ang="0">
                    <a:pos x="10" y="5"/>
                  </a:cxn>
                  <a:cxn ang="0">
                    <a:pos x="12" y="7"/>
                  </a:cxn>
                  <a:cxn ang="0">
                    <a:pos x="13" y="9"/>
                  </a:cxn>
                  <a:cxn ang="0">
                    <a:pos x="15" y="10"/>
                  </a:cxn>
                  <a:cxn ang="0">
                    <a:pos x="14" y="6"/>
                  </a:cxn>
                  <a:cxn ang="0">
                    <a:pos x="10" y="0"/>
                  </a:cxn>
                </a:cxnLst>
                <a:rect l="0" t="0" r="r" b="b"/>
                <a:pathLst>
                  <a:path w="103" h="78">
                    <a:moveTo>
                      <a:pt x="10" y="0"/>
                    </a:moveTo>
                    <a:lnTo>
                      <a:pt x="10" y="0"/>
                    </a:lnTo>
                    <a:lnTo>
                      <a:pt x="11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25" y="12"/>
                    </a:lnTo>
                    <a:lnTo>
                      <a:pt x="28" y="15"/>
                    </a:lnTo>
                    <a:lnTo>
                      <a:pt x="30" y="18"/>
                    </a:lnTo>
                    <a:lnTo>
                      <a:pt x="33" y="21"/>
                    </a:lnTo>
                    <a:lnTo>
                      <a:pt x="34" y="21"/>
                    </a:lnTo>
                    <a:lnTo>
                      <a:pt x="34" y="20"/>
                    </a:lnTo>
                    <a:lnTo>
                      <a:pt x="33" y="20"/>
                    </a:lnTo>
                    <a:lnTo>
                      <a:pt x="33" y="19"/>
                    </a:lnTo>
                    <a:lnTo>
                      <a:pt x="33" y="18"/>
                    </a:lnTo>
                    <a:lnTo>
                      <a:pt x="32" y="17"/>
                    </a:lnTo>
                    <a:lnTo>
                      <a:pt x="32" y="16"/>
                    </a:lnTo>
                    <a:lnTo>
                      <a:pt x="32" y="16"/>
                    </a:lnTo>
                    <a:lnTo>
                      <a:pt x="32" y="16"/>
                    </a:lnTo>
                    <a:lnTo>
                      <a:pt x="38" y="18"/>
                    </a:lnTo>
                    <a:lnTo>
                      <a:pt x="42" y="21"/>
                    </a:lnTo>
                    <a:lnTo>
                      <a:pt x="47" y="24"/>
                    </a:lnTo>
                    <a:lnTo>
                      <a:pt x="57" y="29"/>
                    </a:lnTo>
                    <a:lnTo>
                      <a:pt x="65" y="33"/>
                    </a:lnTo>
                    <a:lnTo>
                      <a:pt x="73" y="39"/>
                    </a:lnTo>
                    <a:lnTo>
                      <a:pt x="82" y="46"/>
                    </a:lnTo>
                    <a:lnTo>
                      <a:pt x="86" y="50"/>
                    </a:lnTo>
                    <a:lnTo>
                      <a:pt x="90" y="54"/>
                    </a:lnTo>
                    <a:lnTo>
                      <a:pt x="91" y="55"/>
                    </a:lnTo>
                    <a:lnTo>
                      <a:pt x="92" y="60"/>
                    </a:lnTo>
                    <a:lnTo>
                      <a:pt x="96" y="66"/>
                    </a:lnTo>
                    <a:lnTo>
                      <a:pt x="100" y="72"/>
                    </a:lnTo>
                    <a:lnTo>
                      <a:pt x="103" y="78"/>
                    </a:lnTo>
                    <a:lnTo>
                      <a:pt x="102" y="77"/>
                    </a:lnTo>
                    <a:lnTo>
                      <a:pt x="101" y="75"/>
                    </a:lnTo>
                    <a:lnTo>
                      <a:pt x="98" y="71"/>
                    </a:lnTo>
                    <a:lnTo>
                      <a:pt x="94" y="67"/>
                    </a:lnTo>
                    <a:lnTo>
                      <a:pt x="91" y="62"/>
                    </a:lnTo>
                    <a:lnTo>
                      <a:pt x="88" y="59"/>
                    </a:lnTo>
                    <a:lnTo>
                      <a:pt x="85" y="56"/>
                    </a:lnTo>
                    <a:lnTo>
                      <a:pt x="84" y="57"/>
                    </a:lnTo>
                    <a:lnTo>
                      <a:pt x="85" y="59"/>
                    </a:lnTo>
                    <a:lnTo>
                      <a:pt x="89" y="62"/>
                    </a:lnTo>
                    <a:lnTo>
                      <a:pt x="90" y="64"/>
                    </a:lnTo>
                    <a:lnTo>
                      <a:pt x="89" y="65"/>
                    </a:lnTo>
                    <a:lnTo>
                      <a:pt x="86" y="63"/>
                    </a:lnTo>
                    <a:lnTo>
                      <a:pt x="81" y="57"/>
                    </a:lnTo>
                    <a:lnTo>
                      <a:pt x="78" y="54"/>
                    </a:lnTo>
                    <a:lnTo>
                      <a:pt x="77" y="54"/>
                    </a:lnTo>
                    <a:lnTo>
                      <a:pt x="77" y="55"/>
                    </a:lnTo>
                    <a:lnTo>
                      <a:pt x="75" y="55"/>
                    </a:lnTo>
                    <a:lnTo>
                      <a:pt x="71" y="50"/>
                    </a:lnTo>
                    <a:lnTo>
                      <a:pt x="69" y="47"/>
                    </a:lnTo>
                    <a:lnTo>
                      <a:pt x="67" y="45"/>
                    </a:lnTo>
                    <a:lnTo>
                      <a:pt x="66" y="43"/>
                    </a:lnTo>
                    <a:lnTo>
                      <a:pt x="65" y="42"/>
                    </a:lnTo>
                    <a:lnTo>
                      <a:pt x="64" y="41"/>
                    </a:lnTo>
                    <a:lnTo>
                      <a:pt x="62" y="39"/>
                    </a:lnTo>
                    <a:lnTo>
                      <a:pt x="59" y="37"/>
                    </a:lnTo>
                    <a:lnTo>
                      <a:pt x="55" y="34"/>
                    </a:lnTo>
                    <a:lnTo>
                      <a:pt x="50" y="29"/>
                    </a:lnTo>
                    <a:lnTo>
                      <a:pt x="48" y="28"/>
                    </a:lnTo>
                    <a:lnTo>
                      <a:pt x="46" y="28"/>
                    </a:lnTo>
                    <a:lnTo>
                      <a:pt x="45" y="29"/>
                    </a:lnTo>
                    <a:lnTo>
                      <a:pt x="46" y="31"/>
                    </a:lnTo>
                    <a:lnTo>
                      <a:pt x="48" y="33"/>
                    </a:lnTo>
                    <a:lnTo>
                      <a:pt x="50" y="34"/>
                    </a:lnTo>
                    <a:lnTo>
                      <a:pt x="52" y="36"/>
                    </a:lnTo>
                    <a:lnTo>
                      <a:pt x="51" y="37"/>
                    </a:lnTo>
                    <a:lnTo>
                      <a:pt x="48" y="37"/>
                    </a:lnTo>
                    <a:lnTo>
                      <a:pt x="44" y="32"/>
                    </a:lnTo>
                    <a:lnTo>
                      <a:pt x="42" y="29"/>
                    </a:lnTo>
                    <a:lnTo>
                      <a:pt x="38" y="26"/>
                    </a:lnTo>
                    <a:lnTo>
                      <a:pt x="32" y="24"/>
                    </a:lnTo>
                    <a:lnTo>
                      <a:pt x="30" y="23"/>
                    </a:lnTo>
                    <a:lnTo>
                      <a:pt x="28" y="21"/>
                    </a:lnTo>
                    <a:lnTo>
                      <a:pt x="27" y="20"/>
                    </a:lnTo>
                    <a:lnTo>
                      <a:pt x="27" y="20"/>
                    </a:lnTo>
                    <a:lnTo>
                      <a:pt x="28" y="21"/>
                    </a:lnTo>
                    <a:lnTo>
                      <a:pt x="29" y="22"/>
                    </a:lnTo>
                    <a:lnTo>
                      <a:pt x="29" y="23"/>
                    </a:lnTo>
                    <a:lnTo>
                      <a:pt x="30" y="24"/>
                    </a:lnTo>
                    <a:lnTo>
                      <a:pt x="30" y="24"/>
                    </a:lnTo>
                    <a:lnTo>
                      <a:pt x="24" y="20"/>
                    </a:lnTo>
                    <a:lnTo>
                      <a:pt x="14" y="12"/>
                    </a:lnTo>
                    <a:lnTo>
                      <a:pt x="11" y="10"/>
                    </a:lnTo>
                    <a:lnTo>
                      <a:pt x="6" y="7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5" y="3"/>
                    </a:lnTo>
                    <a:lnTo>
                      <a:pt x="9" y="5"/>
                    </a:lnTo>
                    <a:lnTo>
                      <a:pt x="10" y="5"/>
                    </a:lnTo>
                    <a:lnTo>
                      <a:pt x="11" y="6"/>
                    </a:lnTo>
                    <a:lnTo>
                      <a:pt x="12" y="7"/>
                    </a:lnTo>
                    <a:lnTo>
                      <a:pt x="13" y="8"/>
                    </a:lnTo>
                    <a:lnTo>
                      <a:pt x="13" y="9"/>
                    </a:lnTo>
                    <a:lnTo>
                      <a:pt x="14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4" y="6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9" name="Freeform 142"/>
              <p:cNvSpPr>
                <a:spLocks/>
              </p:cNvSpPr>
              <p:nvPr/>
            </p:nvSpPr>
            <p:spPr bwMode="auto">
              <a:xfrm>
                <a:off x="3729037" y="2217738"/>
                <a:ext cx="28575" cy="22225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8" y="0"/>
                  </a:cxn>
                  <a:cxn ang="0">
                    <a:pos x="10" y="10"/>
                  </a:cxn>
                  <a:cxn ang="0">
                    <a:pos x="6" y="13"/>
                  </a:cxn>
                  <a:cxn ang="0">
                    <a:pos x="5" y="14"/>
                  </a:cxn>
                  <a:cxn ang="0">
                    <a:pos x="2" y="14"/>
                  </a:cxn>
                  <a:cxn ang="0">
                    <a:pos x="0" y="13"/>
                  </a:cxn>
                  <a:cxn ang="0">
                    <a:pos x="0" y="12"/>
                  </a:cxn>
                  <a:cxn ang="0">
                    <a:pos x="0" y="11"/>
                  </a:cxn>
                  <a:cxn ang="0">
                    <a:pos x="3" y="6"/>
                  </a:cxn>
                  <a:cxn ang="0">
                    <a:pos x="8" y="3"/>
                  </a:cxn>
                  <a:cxn ang="0">
                    <a:pos x="12" y="1"/>
                  </a:cxn>
                  <a:cxn ang="0">
                    <a:pos x="13" y="0"/>
                  </a:cxn>
                </a:cxnLst>
                <a:rect l="0" t="0" r="r" b="b"/>
                <a:pathLst>
                  <a:path w="18" h="14">
                    <a:moveTo>
                      <a:pt x="13" y="0"/>
                    </a:moveTo>
                    <a:lnTo>
                      <a:pt x="18" y="0"/>
                    </a:lnTo>
                    <a:lnTo>
                      <a:pt x="10" y="10"/>
                    </a:lnTo>
                    <a:lnTo>
                      <a:pt x="6" y="13"/>
                    </a:lnTo>
                    <a:lnTo>
                      <a:pt x="5" y="14"/>
                    </a:lnTo>
                    <a:lnTo>
                      <a:pt x="2" y="14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3" y="6"/>
                    </a:lnTo>
                    <a:lnTo>
                      <a:pt x="8" y="3"/>
                    </a:lnTo>
                    <a:lnTo>
                      <a:pt x="12" y="1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0" name="Freeform 143"/>
              <p:cNvSpPr>
                <a:spLocks/>
              </p:cNvSpPr>
              <p:nvPr/>
            </p:nvSpPr>
            <p:spPr bwMode="auto">
              <a:xfrm>
                <a:off x="5294312" y="1889125"/>
                <a:ext cx="77788" cy="7620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" y="0"/>
                  </a:cxn>
                  <a:cxn ang="0">
                    <a:pos x="7" y="3"/>
                  </a:cxn>
                  <a:cxn ang="0">
                    <a:pos x="9" y="5"/>
                  </a:cxn>
                  <a:cxn ang="0">
                    <a:pos x="11" y="6"/>
                  </a:cxn>
                  <a:cxn ang="0">
                    <a:pos x="20" y="13"/>
                  </a:cxn>
                  <a:cxn ang="0">
                    <a:pos x="27" y="18"/>
                  </a:cxn>
                  <a:cxn ang="0">
                    <a:pos x="34" y="25"/>
                  </a:cxn>
                  <a:cxn ang="0">
                    <a:pos x="39" y="32"/>
                  </a:cxn>
                  <a:cxn ang="0">
                    <a:pos x="45" y="41"/>
                  </a:cxn>
                  <a:cxn ang="0">
                    <a:pos x="46" y="43"/>
                  </a:cxn>
                  <a:cxn ang="0">
                    <a:pos x="47" y="44"/>
                  </a:cxn>
                  <a:cxn ang="0">
                    <a:pos x="49" y="47"/>
                  </a:cxn>
                  <a:cxn ang="0">
                    <a:pos x="49" y="47"/>
                  </a:cxn>
                  <a:cxn ang="0">
                    <a:pos x="48" y="48"/>
                  </a:cxn>
                  <a:cxn ang="0">
                    <a:pos x="45" y="48"/>
                  </a:cxn>
                  <a:cxn ang="0">
                    <a:pos x="42" y="46"/>
                  </a:cxn>
                  <a:cxn ang="0">
                    <a:pos x="39" y="43"/>
                  </a:cxn>
                  <a:cxn ang="0">
                    <a:pos x="36" y="39"/>
                  </a:cxn>
                  <a:cxn ang="0">
                    <a:pos x="34" y="35"/>
                  </a:cxn>
                  <a:cxn ang="0">
                    <a:pos x="32" y="31"/>
                  </a:cxn>
                  <a:cxn ang="0">
                    <a:pos x="32" y="30"/>
                  </a:cxn>
                  <a:cxn ang="0">
                    <a:pos x="32" y="31"/>
                  </a:cxn>
                  <a:cxn ang="0">
                    <a:pos x="33" y="32"/>
                  </a:cxn>
                  <a:cxn ang="0">
                    <a:pos x="33" y="33"/>
                  </a:cxn>
                  <a:cxn ang="0">
                    <a:pos x="33" y="34"/>
                  </a:cxn>
                  <a:cxn ang="0">
                    <a:pos x="34" y="36"/>
                  </a:cxn>
                  <a:cxn ang="0">
                    <a:pos x="35" y="37"/>
                  </a:cxn>
                  <a:cxn ang="0">
                    <a:pos x="35" y="37"/>
                  </a:cxn>
                  <a:cxn ang="0">
                    <a:pos x="34" y="37"/>
                  </a:cxn>
                  <a:cxn ang="0">
                    <a:pos x="31" y="33"/>
                  </a:cxn>
                  <a:cxn ang="0">
                    <a:pos x="28" y="29"/>
                  </a:cxn>
                  <a:cxn ang="0">
                    <a:pos x="25" y="26"/>
                  </a:cxn>
                  <a:cxn ang="0">
                    <a:pos x="22" y="25"/>
                  </a:cxn>
                  <a:cxn ang="0">
                    <a:pos x="16" y="23"/>
                  </a:cxn>
                  <a:cxn ang="0">
                    <a:pos x="13" y="21"/>
                  </a:cxn>
                  <a:cxn ang="0">
                    <a:pos x="11" y="18"/>
                  </a:cxn>
                  <a:cxn ang="0">
                    <a:pos x="11" y="16"/>
                  </a:cxn>
                  <a:cxn ang="0">
                    <a:pos x="12" y="16"/>
                  </a:cxn>
                  <a:cxn ang="0">
                    <a:pos x="12" y="15"/>
                  </a:cxn>
                  <a:cxn ang="0">
                    <a:pos x="7" y="9"/>
                  </a:cxn>
                  <a:cxn ang="0">
                    <a:pos x="4" y="6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49" h="48">
                    <a:moveTo>
                      <a:pt x="1" y="0"/>
                    </a:moveTo>
                    <a:lnTo>
                      <a:pt x="2" y="0"/>
                    </a:lnTo>
                    <a:lnTo>
                      <a:pt x="7" y="3"/>
                    </a:lnTo>
                    <a:lnTo>
                      <a:pt x="9" y="5"/>
                    </a:lnTo>
                    <a:lnTo>
                      <a:pt x="11" y="6"/>
                    </a:lnTo>
                    <a:lnTo>
                      <a:pt x="20" y="13"/>
                    </a:lnTo>
                    <a:lnTo>
                      <a:pt x="27" y="18"/>
                    </a:lnTo>
                    <a:lnTo>
                      <a:pt x="34" y="25"/>
                    </a:lnTo>
                    <a:lnTo>
                      <a:pt x="39" y="32"/>
                    </a:lnTo>
                    <a:lnTo>
                      <a:pt x="45" y="41"/>
                    </a:lnTo>
                    <a:lnTo>
                      <a:pt x="46" y="43"/>
                    </a:lnTo>
                    <a:lnTo>
                      <a:pt x="47" y="44"/>
                    </a:lnTo>
                    <a:lnTo>
                      <a:pt x="49" y="47"/>
                    </a:lnTo>
                    <a:lnTo>
                      <a:pt x="49" y="47"/>
                    </a:lnTo>
                    <a:lnTo>
                      <a:pt x="48" y="48"/>
                    </a:lnTo>
                    <a:lnTo>
                      <a:pt x="45" y="48"/>
                    </a:lnTo>
                    <a:lnTo>
                      <a:pt x="42" y="46"/>
                    </a:lnTo>
                    <a:lnTo>
                      <a:pt x="39" y="43"/>
                    </a:lnTo>
                    <a:lnTo>
                      <a:pt x="36" y="39"/>
                    </a:lnTo>
                    <a:lnTo>
                      <a:pt x="34" y="35"/>
                    </a:lnTo>
                    <a:lnTo>
                      <a:pt x="32" y="31"/>
                    </a:lnTo>
                    <a:lnTo>
                      <a:pt x="32" y="30"/>
                    </a:lnTo>
                    <a:lnTo>
                      <a:pt x="32" y="31"/>
                    </a:lnTo>
                    <a:lnTo>
                      <a:pt x="33" y="32"/>
                    </a:lnTo>
                    <a:lnTo>
                      <a:pt x="33" y="33"/>
                    </a:lnTo>
                    <a:lnTo>
                      <a:pt x="33" y="34"/>
                    </a:lnTo>
                    <a:lnTo>
                      <a:pt x="34" y="36"/>
                    </a:lnTo>
                    <a:lnTo>
                      <a:pt x="35" y="37"/>
                    </a:lnTo>
                    <a:lnTo>
                      <a:pt x="35" y="37"/>
                    </a:lnTo>
                    <a:lnTo>
                      <a:pt x="34" y="37"/>
                    </a:lnTo>
                    <a:lnTo>
                      <a:pt x="31" y="33"/>
                    </a:lnTo>
                    <a:lnTo>
                      <a:pt x="28" y="29"/>
                    </a:lnTo>
                    <a:lnTo>
                      <a:pt x="25" y="26"/>
                    </a:lnTo>
                    <a:lnTo>
                      <a:pt x="22" y="25"/>
                    </a:lnTo>
                    <a:lnTo>
                      <a:pt x="16" y="23"/>
                    </a:lnTo>
                    <a:lnTo>
                      <a:pt x="13" y="21"/>
                    </a:lnTo>
                    <a:lnTo>
                      <a:pt x="11" y="18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2" y="15"/>
                    </a:lnTo>
                    <a:lnTo>
                      <a:pt x="7" y="9"/>
                    </a:lnTo>
                    <a:lnTo>
                      <a:pt x="4" y="6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1" name="Freeform 144"/>
              <p:cNvSpPr>
                <a:spLocks/>
              </p:cNvSpPr>
              <p:nvPr/>
            </p:nvSpPr>
            <p:spPr bwMode="auto">
              <a:xfrm>
                <a:off x="3759200" y="2332038"/>
                <a:ext cx="46038" cy="8572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3" y="6"/>
                  </a:cxn>
                  <a:cxn ang="0">
                    <a:pos x="20" y="13"/>
                  </a:cxn>
                  <a:cxn ang="0">
                    <a:pos x="21" y="14"/>
                  </a:cxn>
                  <a:cxn ang="0">
                    <a:pos x="20" y="15"/>
                  </a:cxn>
                  <a:cxn ang="0">
                    <a:pos x="20" y="15"/>
                  </a:cxn>
                  <a:cxn ang="0">
                    <a:pos x="19" y="16"/>
                  </a:cxn>
                  <a:cxn ang="0">
                    <a:pos x="19" y="17"/>
                  </a:cxn>
                  <a:cxn ang="0">
                    <a:pos x="23" y="27"/>
                  </a:cxn>
                  <a:cxn ang="0">
                    <a:pos x="27" y="37"/>
                  </a:cxn>
                  <a:cxn ang="0">
                    <a:pos x="28" y="40"/>
                  </a:cxn>
                  <a:cxn ang="0">
                    <a:pos x="29" y="43"/>
                  </a:cxn>
                  <a:cxn ang="0">
                    <a:pos x="29" y="50"/>
                  </a:cxn>
                  <a:cxn ang="0">
                    <a:pos x="28" y="53"/>
                  </a:cxn>
                  <a:cxn ang="0">
                    <a:pos x="25" y="54"/>
                  </a:cxn>
                  <a:cxn ang="0">
                    <a:pos x="22" y="54"/>
                  </a:cxn>
                  <a:cxn ang="0">
                    <a:pos x="17" y="51"/>
                  </a:cxn>
                  <a:cxn ang="0">
                    <a:pos x="13" y="47"/>
                  </a:cxn>
                  <a:cxn ang="0">
                    <a:pos x="10" y="42"/>
                  </a:cxn>
                  <a:cxn ang="0">
                    <a:pos x="10" y="41"/>
                  </a:cxn>
                  <a:cxn ang="0">
                    <a:pos x="11" y="40"/>
                  </a:cxn>
                  <a:cxn ang="0">
                    <a:pos x="12" y="40"/>
                  </a:cxn>
                  <a:cxn ang="0">
                    <a:pos x="14" y="39"/>
                  </a:cxn>
                  <a:cxn ang="0">
                    <a:pos x="15" y="38"/>
                  </a:cxn>
                  <a:cxn ang="0">
                    <a:pos x="16" y="38"/>
                  </a:cxn>
                  <a:cxn ang="0">
                    <a:pos x="17" y="37"/>
                  </a:cxn>
                  <a:cxn ang="0">
                    <a:pos x="18" y="36"/>
                  </a:cxn>
                  <a:cxn ang="0">
                    <a:pos x="18" y="36"/>
                  </a:cxn>
                  <a:cxn ang="0">
                    <a:pos x="18" y="35"/>
                  </a:cxn>
                  <a:cxn ang="0">
                    <a:pos x="16" y="34"/>
                  </a:cxn>
                  <a:cxn ang="0">
                    <a:pos x="15" y="35"/>
                  </a:cxn>
                  <a:cxn ang="0">
                    <a:pos x="12" y="37"/>
                  </a:cxn>
                  <a:cxn ang="0">
                    <a:pos x="10" y="38"/>
                  </a:cxn>
                  <a:cxn ang="0">
                    <a:pos x="8" y="38"/>
                  </a:cxn>
                  <a:cxn ang="0">
                    <a:pos x="7" y="36"/>
                  </a:cxn>
                  <a:cxn ang="0">
                    <a:pos x="8" y="34"/>
                  </a:cxn>
                  <a:cxn ang="0">
                    <a:pos x="9" y="31"/>
                  </a:cxn>
                  <a:cxn ang="0">
                    <a:pos x="9" y="29"/>
                  </a:cxn>
                  <a:cxn ang="0">
                    <a:pos x="8" y="28"/>
                  </a:cxn>
                  <a:cxn ang="0">
                    <a:pos x="7" y="27"/>
                  </a:cxn>
                  <a:cxn ang="0">
                    <a:pos x="6" y="27"/>
                  </a:cxn>
                  <a:cxn ang="0">
                    <a:pos x="4" y="27"/>
                  </a:cxn>
                  <a:cxn ang="0">
                    <a:pos x="3" y="27"/>
                  </a:cxn>
                  <a:cxn ang="0">
                    <a:pos x="2" y="26"/>
                  </a:cxn>
                  <a:cxn ang="0">
                    <a:pos x="1" y="25"/>
                  </a:cxn>
                  <a:cxn ang="0">
                    <a:pos x="0" y="22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1" y="8"/>
                  </a:cxn>
                  <a:cxn ang="0">
                    <a:pos x="2" y="3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9" h="54">
                    <a:moveTo>
                      <a:pt x="4" y="0"/>
                    </a:moveTo>
                    <a:lnTo>
                      <a:pt x="13" y="6"/>
                    </a:lnTo>
                    <a:lnTo>
                      <a:pt x="20" y="13"/>
                    </a:lnTo>
                    <a:lnTo>
                      <a:pt x="21" y="14"/>
                    </a:lnTo>
                    <a:lnTo>
                      <a:pt x="20" y="15"/>
                    </a:lnTo>
                    <a:lnTo>
                      <a:pt x="20" y="15"/>
                    </a:lnTo>
                    <a:lnTo>
                      <a:pt x="19" y="16"/>
                    </a:lnTo>
                    <a:lnTo>
                      <a:pt x="19" y="17"/>
                    </a:lnTo>
                    <a:lnTo>
                      <a:pt x="23" y="27"/>
                    </a:lnTo>
                    <a:lnTo>
                      <a:pt x="27" y="37"/>
                    </a:lnTo>
                    <a:lnTo>
                      <a:pt x="28" y="40"/>
                    </a:lnTo>
                    <a:lnTo>
                      <a:pt x="29" y="43"/>
                    </a:lnTo>
                    <a:lnTo>
                      <a:pt x="29" y="50"/>
                    </a:lnTo>
                    <a:lnTo>
                      <a:pt x="28" y="53"/>
                    </a:lnTo>
                    <a:lnTo>
                      <a:pt x="25" y="54"/>
                    </a:lnTo>
                    <a:lnTo>
                      <a:pt x="22" y="54"/>
                    </a:lnTo>
                    <a:lnTo>
                      <a:pt x="17" y="51"/>
                    </a:lnTo>
                    <a:lnTo>
                      <a:pt x="13" y="47"/>
                    </a:lnTo>
                    <a:lnTo>
                      <a:pt x="10" y="42"/>
                    </a:lnTo>
                    <a:lnTo>
                      <a:pt x="10" y="41"/>
                    </a:lnTo>
                    <a:lnTo>
                      <a:pt x="11" y="40"/>
                    </a:lnTo>
                    <a:lnTo>
                      <a:pt x="12" y="40"/>
                    </a:lnTo>
                    <a:lnTo>
                      <a:pt x="14" y="39"/>
                    </a:lnTo>
                    <a:lnTo>
                      <a:pt x="15" y="38"/>
                    </a:lnTo>
                    <a:lnTo>
                      <a:pt x="16" y="38"/>
                    </a:lnTo>
                    <a:lnTo>
                      <a:pt x="17" y="37"/>
                    </a:lnTo>
                    <a:lnTo>
                      <a:pt x="18" y="36"/>
                    </a:lnTo>
                    <a:lnTo>
                      <a:pt x="18" y="36"/>
                    </a:lnTo>
                    <a:lnTo>
                      <a:pt x="18" y="35"/>
                    </a:lnTo>
                    <a:lnTo>
                      <a:pt x="16" y="34"/>
                    </a:lnTo>
                    <a:lnTo>
                      <a:pt x="15" y="35"/>
                    </a:lnTo>
                    <a:lnTo>
                      <a:pt x="12" y="37"/>
                    </a:lnTo>
                    <a:lnTo>
                      <a:pt x="10" y="38"/>
                    </a:lnTo>
                    <a:lnTo>
                      <a:pt x="8" y="38"/>
                    </a:lnTo>
                    <a:lnTo>
                      <a:pt x="7" y="36"/>
                    </a:lnTo>
                    <a:lnTo>
                      <a:pt x="8" y="34"/>
                    </a:lnTo>
                    <a:lnTo>
                      <a:pt x="9" y="31"/>
                    </a:lnTo>
                    <a:lnTo>
                      <a:pt x="9" y="29"/>
                    </a:lnTo>
                    <a:lnTo>
                      <a:pt x="8" y="28"/>
                    </a:lnTo>
                    <a:lnTo>
                      <a:pt x="7" y="27"/>
                    </a:lnTo>
                    <a:lnTo>
                      <a:pt x="6" y="27"/>
                    </a:lnTo>
                    <a:lnTo>
                      <a:pt x="4" y="27"/>
                    </a:lnTo>
                    <a:lnTo>
                      <a:pt x="3" y="27"/>
                    </a:lnTo>
                    <a:lnTo>
                      <a:pt x="2" y="26"/>
                    </a:lnTo>
                    <a:lnTo>
                      <a:pt x="1" y="25"/>
                    </a:lnTo>
                    <a:lnTo>
                      <a:pt x="0" y="22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2" y="3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2" name="Freeform 145"/>
              <p:cNvSpPr>
                <a:spLocks/>
              </p:cNvSpPr>
              <p:nvPr/>
            </p:nvSpPr>
            <p:spPr bwMode="auto">
              <a:xfrm>
                <a:off x="4991100" y="2371725"/>
                <a:ext cx="39688" cy="158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2"/>
                  </a:cxn>
                  <a:cxn ang="0">
                    <a:pos x="16" y="4"/>
                  </a:cxn>
                  <a:cxn ang="0">
                    <a:pos x="24" y="8"/>
                  </a:cxn>
                  <a:cxn ang="0">
                    <a:pos x="25" y="9"/>
                  </a:cxn>
                  <a:cxn ang="0">
                    <a:pos x="24" y="9"/>
                  </a:cxn>
                  <a:cxn ang="0">
                    <a:pos x="24" y="9"/>
                  </a:cxn>
                  <a:cxn ang="0">
                    <a:pos x="23" y="10"/>
                  </a:cxn>
                  <a:cxn ang="0">
                    <a:pos x="19" y="10"/>
                  </a:cxn>
                  <a:cxn ang="0">
                    <a:pos x="16" y="8"/>
                  </a:cxn>
                  <a:cxn ang="0">
                    <a:pos x="8" y="4"/>
                  </a:cxn>
                  <a:cxn ang="0">
                    <a:pos x="4" y="2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25" h="10">
                    <a:moveTo>
                      <a:pt x="0" y="0"/>
                    </a:moveTo>
                    <a:lnTo>
                      <a:pt x="9" y="2"/>
                    </a:lnTo>
                    <a:lnTo>
                      <a:pt x="16" y="4"/>
                    </a:lnTo>
                    <a:lnTo>
                      <a:pt x="24" y="8"/>
                    </a:lnTo>
                    <a:lnTo>
                      <a:pt x="25" y="9"/>
                    </a:lnTo>
                    <a:lnTo>
                      <a:pt x="24" y="9"/>
                    </a:lnTo>
                    <a:lnTo>
                      <a:pt x="24" y="9"/>
                    </a:lnTo>
                    <a:lnTo>
                      <a:pt x="23" y="10"/>
                    </a:lnTo>
                    <a:lnTo>
                      <a:pt x="19" y="10"/>
                    </a:lnTo>
                    <a:lnTo>
                      <a:pt x="16" y="8"/>
                    </a:lnTo>
                    <a:lnTo>
                      <a:pt x="8" y="4"/>
                    </a:lnTo>
                    <a:lnTo>
                      <a:pt x="4" y="2"/>
                    </a:lnTo>
                    <a:lnTo>
                      <a:pt x="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3" name="Freeform 146"/>
              <p:cNvSpPr>
                <a:spLocks/>
              </p:cNvSpPr>
              <p:nvPr/>
            </p:nvSpPr>
            <p:spPr bwMode="auto">
              <a:xfrm>
                <a:off x="5176837" y="2336800"/>
                <a:ext cx="20638" cy="650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2"/>
                  </a:cxn>
                  <a:cxn ang="0">
                    <a:pos x="5" y="9"/>
                  </a:cxn>
                  <a:cxn ang="0">
                    <a:pos x="7" y="16"/>
                  </a:cxn>
                  <a:cxn ang="0">
                    <a:pos x="10" y="25"/>
                  </a:cxn>
                  <a:cxn ang="0">
                    <a:pos x="13" y="38"/>
                  </a:cxn>
                  <a:cxn ang="0">
                    <a:pos x="13" y="39"/>
                  </a:cxn>
                  <a:cxn ang="0">
                    <a:pos x="12" y="39"/>
                  </a:cxn>
                  <a:cxn ang="0">
                    <a:pos x="9" y="41"/>
                  </a:cxn>
                  <a:cxn ang="0">
                    <a:pos x="8" y="40"/>
                  </a:cxn>
                  <a:cxn ang="0">
                    <a:pos x="5" y="37"/>
                  </a:cxn>
                  <a:cxn ang="0">
                    <a:pos x="4" y="33"/>
                  </a:cxn>
                  <a:cxn ang="0">
                    <a:pos x="4" y="30"/>
                  </a:cxn>
                  <a:cxn ang="0">
                    <a:pos x="2" y="26"/>
                  </a:cxn>
                  <a:cxn ang="0">
                    <a:pos x="0" y="24"/>
                  </a:cxn>
                  <a:cxn ang="0">
                    <a:pos x="1" y="22"/>
                  </a:cxn>
                  <a:cxn ang="0">
                    <a:pos x="1" y="3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3" h="41">
                    <a:moveTo>
                      <a:pt x="2" y="0"/>
                    </a:moveTo>
                    <a:lnTo>
                      <a:pt x="2" y="2"/>
                    </a:lnTo>
                    <a:lnTo>
                      <a:pt x="5" y="9"/>
                    </a:lnTo>
                    <a:lnTo>
                      <a:pt x="7" y="16"/>
                    </a:lnTo>
                    <a:lnTo>
                      <a:pt x="10" y="25"/>
                    </a:lnTo>
                    <a:lnTo>
                      <a:pt x="13" y="38"/>
                    </a:lnTo>
                    <a:lnTo>
                      <a:pt x="13" y="39"/>
                    </a:lnTo>
                    <a:lnTo>
                      <a:pt x="12" y="39"/>
                    </a:lnTo>
                    <a:lnTo>
                      <a:pt x="9" y="41"/>
                    </a:lnTo>
                    <a:lnTo>
                      <a:pt x="8" y="40"/>
                    </a:lnTo>
                    <a:lnTo>
                      <a:pt x="5" y="37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2" y="26"/>
                    </a:lnTo>
                    <a:lnTo>
                      <a:pt x="0" y="24"/>
                    </a:lnTo>
                    <a:lnTo>
                      <a:pt x="1" y="22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4" name="Freeform 147"/>
              <p:cNvSpPr>
                <a:spLocks/>
              </p:cNvSpPr>
              <p:nvPr/>
            </p:nvSpPr>
            <p:spPr bwMode="auto">
              <a:xfrm>
                <a:off x="5075237" y="2279650"/>
                <a:ext cx="95250" cy="131763"/>
              </a:xfrm>
              <a:custGeom>
                <a:avLst/>
                <a:gdLst/>
                <a:ahLst/>
                <a:cxnLst>
                  <a:cxn ang="0">
                    <a:pos x="10" y="7"/>
                  </a:cxn>
                  <a:cxn ang="0">
                    <a:pos x="12" y="16"/>
                  </a:cxn>
                  <a:cxn ang="0">
                    <a:pos x="20" y="24"/>
                  </a:cxn>
                  <a:cxn ang="0">
                    <a:pos x="25" y="29"/>
                  </a:cxn>
                  <a:cxn ang="0">
                    <a:pos x="23" y="33"/>
                  </a:cxn>
                  <a:cxn ang="0">
                    <a:pos x="22" y="38"/>
                  </a:cxn>
                  <a:cxn ang="0">
                    <a:pos x="22" y="42"/>
                  </a:cxn>
                  <a:cxn ang="0">
                    <a:pos x="28" y="43"/>
                  </a:cxn>
                  <a:cxn ang="0">
                    <a:pos x="34" y="42"/>
                  </a:cxn>
                  <a:cxn ang="0">
                    <a:pos x="35" y="36"/>
                  </a:cxn>
                  <a:cxn ang="0">
                    <a:pos x="37" y="30"/>
                  </a:cxn>
                  <a:cxn ang="0">
                    <a:pos x="41" y="27"/>
                  </a:cxn>
                  <a:cxn ang="0">
                    <a:pos x="48" y="31"/>
                  </a:cxn>
                  <a:cxn ang="0">
                    <a:pos x="48" y="36"/>
                  </a:cxn>
                  <a:cxn ang="0">
                    <a:pos x="47" y="43"/>
                  </a:cxn>
                  <a:cxn ang="0">
                    <a:pos x="48" y="43"/>
                  </a:cxn>
                  <a:cxn ang="0">
                    <a:pos x="53" y="41"/>
                  </a:cxn>
                  <a:cxn ang="0">
                    <a:pos x="53" y="44"/>
                  </a:cxn>
                  <a:cxn ang="0">
                    <a:pos x="50" y="48"/>
                  </a:cxn>
                  <a:cxn ang="0">
                    <a:pos x="51" y="49"/>
                  </a:cxn>
                  <a:cxn ang="0">
                    <a:pos x="55" y="45"/>
                  </a:cxn>
                  <a:cxn ang="0">
                    <a:pos x="60" y="41"/>
                  </a:cxn>
                  <a:cxn ang="0">
                    <a:pos x="59" y="44"/>
                  </a:cxn>
                  <a:cxn ang="0">
                    <a:pos x="55" y="48"/>
                  </a:cxn>
                  <a:cxn ang="0">
                    <a:pos x="55" y="52"/>
                  </a:cxn>
                  <a:cxn ang="0">
                    <a:pos x="56" y="56"/>
                  </a:cxn>
                  <a:cxn ang="0">
                    <a:pos x="56" y="58"/>
                  </a:cxn>
                  <a:cxn ang="0">
                    <a:pos x="54" y="58"/>
                  </a:cxn>
                  <a:cxn ang="0">
                    <a:pos x="56" y="61"/>
                  </a:cxn>
                  <a:cxn ang="0">
                    <a:pos x="58" y="66"/>
                  </a:cxn>
                  <a:cxn ang="0">
                    <a:pos x="51" y="76"/>
                  </a:cxn>
                  <a:cxn ang="0">
                    <a:pos x="47" y="79"/>
                  </a:cxn>
                  <a:cxn ang="0">
                    <a:pos x="49" y="75"/>
                  </a:cxn>
                  <a:cxn ang="0">
                    <a:pos x="54" y="67"/>
                  </a:cxn>
                  <a:cxn ang="0">
                    <a:pos x="51" y="61"/>
                  </a:cxn>
                  <a:cxn ang="0">
                    <a:pos x="44" y="61"/>
                  </a:cxn>
                  <a:cxn ang="0">
                    <a:pos x="39" y="65"/>
                  </a:cxn>
                  <a:cxn ang="0">
                    <a:pos x="37" y="72"/>
                  </a:cxn>
                  <a:cxn ang="0">
                    <a:pos x="31" y="75"/>
                  </a:cxn>
                  <a:cxn ang="0">
                    <a:pos x="18" y="76"/>
                  </a:cxn>
                  <a:cxn ang="0">
                    <a:pos x="13" y="81"/>
                  </a:cxn>
                  <a:cxn ang="0">
                    <a:pos x="7" y="82"/>
                  </a:cxn>
                  <a:cxn ang="0">
                    <a:pos x="6" y="79"/>
                  </a:cxn>
                  <a:cxn ang="0">
                    <a:pos x="10" y="70"/>
                  </a:cxn>
                  <a:cxn ang="0">
                    <a:pos x="12" y="63"/>
                  </a:cxn>
                  <a:cxn ang="0">
                    <a:pos x="8" y="63"/>
                  </a:cxn>
                  <a:cxn ang="0">
                    <a:pos x="4" y="66"/>
                  </a:cxn>
                  <a:cxn ang="0">
                    <a:pos x="1" y="65"/>
                  </a:cxn>
                  <a:cxn ang="0">
                    <a:pos x="3" y="62"/>
                  </a:cxn>
                  <a:cxn ang="0">
                    <a:pos x="4" y="60"/>
                  </a:cxn>
                  <a:cxn ang="0">
                    <a:pos x="1" y="26"/>
                  </a:cxn>
                  <a:cxn ang="0">
                    <a:pos x="0" y="7"/>
                  </a:cxn>
                  <a:cxn ang="0">
                    <a:pos x="4" y="2"/>
                  </a:cxn>
                  <a:cxn ang="0">
                    <a:pos x="6" y="0"/>
                  </a:cxn>
                </a:cxnLst>
                <a:rect l="0" t="0" r="r" b="b"/>
                <a:pathLst>
                  <a:path w="60" h="83">
                    <a:moveTo>
                      <a:pt x="6" y="0"/>
                    </a:moveTo>
                    <a:lnTo>
                      <a:pt x="10" y="7"/>
                    </a:lnTo>
                    <a:lnTo>
                      <a:pt x="12" y="12"/>
                    </a:lnTo>
                    <a:lnTo>
                      <a:pt x="12" y="16"/>
                    </a:lnTo>
                    <a:lnTo>
                      <a:pt x="16" y="20"/>
                    </a:lnTo>
                    <a:lnTo>
                      <a:pt x="20" y="24"/>
                    </a:lnTo>
                    <a:lnTo>
                      <a:pt x="24" y="27"/>
                    </a:lnTo>
                    <a:lnTo>
                      <a:pt x="25" y="29"/>
                    </a:lnTo>
                    <a:lnTo>
                      <a:pt x="24" y="31"/>
                    </a:lnTo>
                    <a:lnTo>
                      <a:pt x="23" y="33"/>
                    </a:lnTo>
                    <a:lnTo>
                      <a:pt x="22" y="35"/>
                    </a:lnTo>
                    <a:lnTo>
                      <a:pt x="22" y="38"/>
                    </a:lnTo>
                    <a:lnTo>
                      <a:pt x="21" y="40"/>
                    </a:lnTo>
                    <a:lnTo>
                      <a:pt x="22" y="42"/>
                    </a:lnTo>
                    <a:lnTo>
                      <a:pt x="25" y="43"/>
                    </a:lnTo>
                    <a:lnTo>
                      <a:pt x="28" y="43"/>
                    </a:lnTo>
                    <a:lnTo>
                      <a:pt x="34" y="43"/>
                    </a:lnTo>
                    <a:lnTo>
                      <a:pt x="34" y="42"/>
                    </a:lnTo>
                    <a:lnTo>
                      <a:pt x="34" y="40"/>
                    </a:lnTo>
                    <a:lnTo>
                      <a:pt x="35" y="36"/>
                    </a:lnTo>
                    <a:lnTo>
                      <a:pt x="36" y="33"/>
                    </a:lnTo>
                    <a:lnTo>
                      <a:pt x="37" y="30"/>
                    </a:lnTo>
                    <a:lnTo>
                      <a:pt x="39" y="28"/>
                    </a:lnTo>
                    <a:lnTo>
                      <a:pt x="41" y="27"/>
                    </a:lnTo>
                    <a:lnTo>
                      <a:pt x="44" y="27"/>
                    </a:lnTo>
                    <a:lnTo>
                      <a:pt x="48" y="31"/>
                    </a:lnTo>
                    <a:lnTo>
                      <a:pt x="48" y="33"/>
                    </a:lnTo>
                    <a:lnTo>
                      <a:pt x="48" y="36"/>
                    </a:lnTo>
                    <a:lnTo>
                      <a:pt x="47" y="40"/>
                    </a:lnTo>
                    <a:lnTo>
                      <a:pt x="47" y="43"/>
                    </a:lnTo>
                    <a:lnTo>
                      <a:pt x="47" y="43"/>
                    </a:lnTo>
                    <a:lnTo>
                      <a:pt x="48" y="43"/>
                    </a:lnTo>
                    <a:lnTo>
                      <a:pt x="52" y="41"/>
                    </a:lnTo>
                    <a:lnTo>
                      <a:pt x="53" y="41"/>
                    </a:lnTo>
                    <a:lnTo>
                      <a:pt x="53" y="42"/>
                    </a:lnTo>
                    <a:lnTo>
                      <a:pt x="53" y="44"/>
                    </a:lnTo>
                    <a:lnTo>
                      <a:pt x="51" y="46"/>
                    </a:lnTo>
                    <a:lnTo>
                      <a:pt x="50" y="48"/>
                    </a:lnTo>
                    <a:lnTo>
                      <a:pt x="50" y="49"/>
                    </a:lnTo>
                    <a:lnTo>
                      <a:pt x="51" y="49"/>
                    </a:lnTo>
                    <a:lnTo>
                      <a:pt x="53" y="48"/>
                    </a:lnTo>
                    <a:lnTo>
                      <a:pt x="55" y="45"/>
                    </a:lnTo>
                    <a:lnTo>
                      <a:pt x="58" y="41"/>
                    </a:lnTo>
                    <a:lnTo>
                      <a:pt x="60" y="41"/>
                    </a:lnTo>
                    <a:lnTo>
                      <a:pt x="60" y="42"/>
                    </a:lnTo>
                    <a:lnTo>
                      <a:pt x="59" y="44"/>
                    </a:lnTo>
                    <a:lnTo>
                      <a:pt x="57" y="46"/>
                    </a:lnTo>
                    <a:lnTo>
                      <a:pt x="55" y="48"/>
                    </a:lnTo>
                    <a:lnTo>
                      <a:pt x="55" y="50"/>
                    </a:lnTo>
                    <a:lnTo>
                      <a:pt x="55" y="52"/>
                    </a:lnTo>
                    <a:lnTo>
                      <a:pt x="55" y="54"/>
                    </a:lnTo>
                    <a:lnTo>
                      <a:pt x="56" y="56"/>
                    </a:lnTo>
                    <a:lnTo>
                      <a:pt x="57" y="58"/>
                    </a:lnTo>
                    <a:lnTo>
                      <a:pt x="56" y="58"/>
                    </a:lnTo>
                    <a:lnTo>
                      <a:pt x="55" y="57"/>
                    </a:lnTo>
                    <a:lnTo>
                      <a:pt x="54" y="58"/>
                    </a:lnTo>
                    <a:lnTo>
                      <a:pt x="55" y="59"/>
                    </a:lnTo>
                    <a:lnTo>
                      <a:pt x="56" y="61"/>
                    </a:lnTo>
                    <a:lnTo>
                      <a:pt x="58" y="63"/>
                    </a:lnTo>
                    <a:lnTo>
                      <a:pt x="58" y="66"/>
                    </a:lnTo>
                    <a:lnTo>
                      <a:pt x="55" y="71"/>
                    </a:lnTo>
                    <a:lnTo>
                      <a:pt x="51" y="76"/>
                    </a:lnTo>
                    <a:lnTo>
                      <a:pt x="47" y="81"/>
                    </a:lnTo>
                    <a:lnTo>
                      <a:pt x="47" y="79"/>
                    </a:lnTo>
                    <a:lnTo>
                      <a:pt x="48" y="79"/>
                    </a:lnTo>
                    <a:lnTo>
                      <a:pt x="49" y="75"/>
                    </a:lnTo>
                    <a:lnTo>
                      <a:pt x="52" y="71"/>
                    </a:lnTo>
                    <a:lnTo>
                      <a:pt x="54" y="67"/>
                    </a:lnTo>
                    <a:lnTo>
                      <a:pt x="53" y="63"/>
                    </a:lnTo>
                    <a:lnTo>
                      <a:pt x="51" y="61"/>
                    </a:lnTo>
                    <a:lnTo>
                      <a:pt x="47" y="61"/>
                    </a:lnTo>
                    <a:lnTo>
                      <a:pt x="44" y="61"/>
                    </a:lnTo>
                    <a:lnTo>
                      <a:pt x="41" y="63"/>
                    </a:lnTo>
                    <a:lnTo>
                      <a:pt x="39" y="65"/>
                    </a:lnTo>
                    <a:lnTo>
                      <a:pt x="38" y="68"/>
                    </a:lnTo>
                    <a:lnTo>
                      <a:pt x="37" y="72"/>
                    </a:lnTo>
                    <a:lnTo>
                      <a:pt x="35" y="74"/>
                    </a:lnTo>
                    <a:lnTo>
                      <a:pt x="31" y="75"/>
                    </a:lnTo>
                    <a:lnTo>
                      <a:pt x="22" y="75"/>
                    </a:lnTo>
                    <a:lnTo>
                      <a:pt x="18" y="76"/>
                    </a:lnTo>
                    <a:lnTo>
                      <a:pt x="15" y="78"/>
                    </a:lnTo>
                    <a:lnTo>
                      <a:pt x="13" y="81"/>
                    </a:lnTo>
                    <a:lnTo>
                      <a:pt x="9" y="83"/>
                    </a:lnTo>
                    <a:lnTo>
                      <a:pt x="7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7" y="74"/>
                    </a:lnTo>
                    <a:lnTo>
                      <a:pt x="10" y="70"/>
                    </a:lnTo>
                    <a:lnTo>
                      <a:pt x="12" y="67"/>
                    </a:lnTo>
                    <a:lnTo>
                      <a:pt x="12" y="63"/>
                    </a:lnTo>
                    <a:lnTo>
                      <a:pt x="11" y="62"/>
                    </a:lnTo>
                    <a:lnTo>
                      <a:pt x="8" y="63"/>
                    </a:lnTo>
                    <a:lnTo>
                      <a:pt x="6" y="64"/>
                    </a:lnTo>
                    <a:lnTo>
                      <a:pt x="4" y="66"/>
                    </a:lnTo>
                    <a:lnTo>
                      <a:pt x="2" y="66"/>
                    </a:lnTo>
                    <a:lnTo>
                      <a:pt x="1" y="65"/>
                    </a:lnTo>
                    <a:lnTo>
                      <a:pt x="2" y="64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4" y="60"/>
                    </a:lnTo>
                    <a:lnTo>
                      <a:pt x="3" y="43"/>
                    </a:lnTo>
                    <a:lnTo>
                      <a:pt x="1" y="26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5" name="Freeform 148"/>
              <p:cNvSpPr>
                <a:spLocks/>
              </p:cNvSpPr>
              <p:nvPr/>
            </p:nvSpPr>
            <p:spPr bwMode="auto">
              <a:xfrm>
                <a:off x="5165725" y="2371725"/>
                <a:ext cx="11113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1"/>
                  </a:cxn>
                  <a:cxn ang="0">
                    <a:pos x="7" y="2"/>
                  </a:cxn>
                  <a:cxn ang="0">
                    <a:pos x="7" y="3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0" y="0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Freeform 149"/>
              <p:cNvSpPr>
                <a:spLocks/>
              </p:cNvSpPr>
              <p:nvPr/>
            </p:nvSpPr>
            <p:spPr bwMode="auto">
              <a:xfrm>
                <a:off x="4879975" y="2678113"/>
                <a:ext cx="42863" cy="25400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7" y="14"/>
                  </a:cxn>
                  <a:cxn ang="0">
                    <a:pos x="5" y="15"/>
                  </a:cxn>
                  <a:cxn ang="0">
                    <a:pos x="3" y="15"/>
                  </a:cxn>
                  <a:cxn ang="0">
                    <a:pos x="2" y="16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9" y="9"/>
                  </a:cxn>
                  <a:cxn ang="0">
                    <a:pos x="17" y="3"/>
                  </a:cxn>
                  <a:cxn ang="0">
                    <a:pos x="24" y="1"/>
                  </a:cxn>
                  <a:cxn ang="0">
                    <a:pos x="26" y="1"/>
                  </a:cxn>
                  <a:cxn ang="0">
                    <a:pos x="27" y="0"/>
                  </a:cxn>
                </a:cxnLst>
                <a:rect l="0" t="0" r="r" b="b"/>
                <a:pathLst>
                  <a:path w="27" h="16">
                    <a:moveTo>
                      <a:pt x="27" y="0"/>
                    </a:moveTo>
                    <a:lnTo>
                      <a:pt x="7" y="14"/>
                    </a:lnTo>
                    <a:lnTo>
                      <a:pt x="5" y="15"/>
                    </a:lnTo>
                    <a:lnTo>
                      <a:pt x="3" y="15"/>
                    </a:lnTo>
                    <a:lnTo>
                      <a:pt x="2" y="16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9" y="9"/>
                    </a:lnTo>
                    <a:lnTo>
                      <a:pt x="17" y="3"/>
                    </a:lnTo>
                    <a:lnTo>
                      <a:pt x="24" y="1"/>
                    </a:lnTo>
                    <a:lnTo>
                      <a:pt x="26" y="1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7" name="Freeform 150"/>
              <p:cNvSpPr>
                <a:spLocks/>
              </p:cNvSpPr>
              <p:nvPr/>
            </p:nvSpPr>
            <p:spPr bwMode="auto">
              <a:xfrm>
                <a:off x="3854450" y="3055938"/>
                <a:ext cx="7938" cy="158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6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4" y="10"/>
                  </a:cxn>
                  <a:cxn ang="0">
                    <a:pos x="3" y="10"/>
                  </a:cxn>
                  <a:cxn ang="0">
                    <a:pos x="2" y="9"/>
                  </a:cxn>
                  <a:cxn ang="0">
                    <a:pos x="2" y="8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5" h="10">
                    <a:moveTo>
                      <a:pt x="0" y="0"/>
                    </a:moveTo>
                    <a:lnTo>
                      <a:pt x="4" y="6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4" y="10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8" name="Freeform 151"/>
              <p:cNvSpPr>
                <a:spLocks/>
              </p:cNvSpPr>
              <p:nvPr/>
            </p:nvSpPr>
            <p:spPr bwMode="auto">
              <a:xfrm>
                <a:off x="4873625" y="3163888"/>
                <a:ext cx="11113" cy="238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6" y="3"/>
                  </a:cxn>
                  <a:cxn ang="0">
                    <a:pos x="7" y="6"/>
                  </a:cxn>
                  <a:cxn ang="0">
                    <a:pos x="6" y="10"/>
                  </a:cxn>
                  <a:cxn ang="0">
                    <a:pos x="4" y="15"/>
                  </a:cxn>
                  <a:cxn ang="0">
                    <a:pos x="4" y="15"/>
                  </a:cxn>
                  <a:cxn ang="0">
                    <a:pos x="3" y="15"/>
                  </a:cxn>
                  <a:cxn ang="0">
                    <a:pos x="2" y="15"/>
                  </a:cxn>
                  <a:cxn ang="0">
                    <a:pos x="1" y="14"/>
                  </a:cxn>
                  <a:cxn ang="0">
                    <a:pos x="0" y="13"/>
                  </a:cxn>
                  <a:cxn ang="0">
                    <a:pos x="1" y="10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7" h="15">
                    <a:moveTo>
                      <a:pt x="2" y="0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7" y="6"/>
                    </a:lnTo>
                    <a:lnTo>
                      <a:pt x="6" y="10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0" y="13"/>
                    </a:lnTo>
                    <a:lnTo>
                      <a:pt x="1" y="10"/>
                    </a:lnTo>
                    <a:lnTo>
                      <a:pt x="3" y="7"/>
                    </a:lnTo>
                    <a:lnTo>
                      <a:pt x="4" y="5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9" name="Freeform 152"/>
              <p:cNvSpPr>
                <a:spLocks/>
              </p:cNvSpPr>
              <p:nvPr/>
            </p:nvSpPr>
            <p:spPr bwMode="auto">
              <a:xfrm>
                <a:off x="4856162" y="3159125"/>
                <a:ext cx="20638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5" y="1"/>
                  </a:cxn>
                  <a:cxn ang="0">
                    <a:pos x="9" y="2"/>
                  </a:cxn>
                  <a:cxn ang="0">
                    <a:pos x="13" y="3"/>
                  </a:cxn>
                  <a:cxn ang="0">
                    <a:pos x="7" y="2"/>
                  </a:cxn>
                  <a:cxn ang="0">
                    <a:pos x="0" y="0"/>
                  </a:cxn>
                </a:cxnLst>
                <a:rect l="0" t="0" r="r" b="b"/>
                <a:pathLst>
                  <a:path w="13" h="3">
                    <a:moveTo>
                      <a:pt x="0" y="0"/>
                    </a:moveTo>
                    <a:lnTo>
                      <a:pt x="1" y="0"/>
                    </a:lnTo>
                    <a:lnTo>
                      <a:pt x="5" y="1"/>
                    </a:lnTo>
                    <a:lnTo>
                      <a:pt x="9" y="2"/>
                    </a:lnTo>
                    <a:lnTo>
                      <a:pt x="13" y="3"/>
                    </a:lnTo>
                    <a:lnTo>
                      <a:pt x="7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0" name="Freeform 153"/>
              <p:cNvSpPr>
                <a:spLocks/>
              </p:cNvSpPr>
              <p:nvPr/>
            </p:nvSpPr>
            <p:spPr bwMode="auto">
              <a:xfrm>
                <a:off x="4670425" y="3290888"/>
                <a:ext cx="293688" cy="84138"/>
              </a:xfrm>
              <a:custGeom>
                <a:avLst/>
                <a:gdLst/>
                <a:ahLst/>
                <a:cxnLst>
                  <a:cxn ang="0">
                    <a:pos x="68" y="1"/>
                  </a:cxn>
                  <a:cxn ang="0">
                    <a:pos x="67" y="3"/>
                  </a:cxn>
                  <a:cxn ang="0">
                    <a:pos x="76" y="3"/>
                  </a:cxn>
                  <a:cxn ang="0">
                    <a:pos x="88" y="5"/>
                  </a:cxn>
                  <a:cxn ang="0">
                    <a:pos x="101" y="10"/>
                  </a:cxn>
                  <a:cxn ang="0">
                    <a:pos x="109" y="9"/>
                  </a:cxn>
                  <a:cxn ang="0">
                    <a:pos x="123" y="10"/>
                  </a:cxn>
                  <a:cxn ang="0">
                    <a:pos x="137" y="17"/>
                  </a:cxn>
                  <a:cxn ang="0">
                    <a:pos x="146" y="23"/>
                  </a:cxn>
                  <a:cxn ang="0">
                    <a:pos x="149" y="22"/>
                  </a:cxn>
                  <a:cxn ang="0">
                    <a:pos x="152" y="22"/>
                  </a:cxn>
                  <a:cxn ang="0">
                    <a:pos x="162" y="27"/>
                  </a:cxn>
                  <a:cxn ang="0">
                    <a:pos x="170" y="29"/>
                  </a:cxn>
                  <a:cxn ang="0">
                    <a:pos x="176" y="28"/>
                  </a:cxn>
                  <a:cxn ang="0">
                    <a:pos x="181" y="27"/>
                  </a:cxn>
                  <a:cxn ang="0">
                    <a:pos x="185" y="29"/>
                  </a:cxn>
                  <a:cxn ang="0">
                    <a:pos x="185" y="38"/>
                  </a:cxn>
                  <a:cxn ang="0">
                    <a:pos x="180" y="42"/>
                  </a:cxn>
                  <a:cxn ang="0">
                    <a:pos x="166" y="44"/>
                  </a:cxn>
                  <a:cxn ang="0">
                    <a:pos x="141" y="52"/>
                  </a:cxn>
                  <a:cxn ang="0">
                    <a:pos x="133" y="53"/>
                  </a:cxn>
                  <a:cxn ang="0">
                    <a:pos x="140" y="45"/>
                  </a:cxn>
                  <a:cxn ang="0">
                    <a:pos x="144" y="40"/>
                  </a:cxn>
                  <a:cxn ang="0">
                    <a:pos x="142" y="37"/>
                  </a:cxn>
                  <a:cxn ang="0">
                    <a:pos x="130" y="35"/>
                  </a:cxn>
                  <a:cxn ang="0">
                    <a:pos x="118" y="33"/>
                  </a:cxn>
                  <a:cxn ang="0">
                    <a:pos x="115" y="29"/>
                  </a:cxn>
                  <a:cxn ang="0">
                    <a:pos x="113" y="23"/>
                  </a:cxn>
                  <a:cxn ang="0">
                    <a:pos x="111" y="24"/>
                  </a:cxn>
                  <a:cxn ang="0">
                    <a:pos x="96" y="21"/>
                  </a:cxn>
                  <a:cxn ang="0">
                    <a:pos x="74" y="17"/>
                  </a:cxn>
                  <a:cxn ang="0">
                    <a:pos x="59" y="19"/>
                  </a:cxn>
                  <a:cxn ang="0">
                    <a:pos x="43" y="22"/>
                  </a:cxn>
                  <a:cxn ang="0">
                    <a:pos x="31" y="25"/>
                  </a:cxn>
                  <a:cxn ang="0">
                    <a:pos x="23" y="26"/>
                  </a:cxn>
                  <a:cxn ang="0">
                    <a:pos x="12" y="33"/>
                  </a:cxn>
                  <a:cxn ang="0">
                    <a:pos x="6" y="36"/>
                  </a:cxn>
                  <a:cxn ang="0">
                    <a:pos x="1" y="35"/>
                  </a:cxn>
                  <a:cxn ang="0">
                    <a:pos x="6" y="27"/>
                  </a:cxn>
                  <a:cxn ang="0">
                    <a:pos x="18" y="15"/>
                  </a:cxn>
                  <a:cxn ang="0">
                    <a:pos x="35" y="8"/>
                  </a:cxn>
                  <a:cxn ang="0">
                    <a:pos x="54" y="2"/>
                  </a:cxn>
                  <a:cxn ang="0">
                    <a:pos x="68" y="0"/>
                  </a:cxn>
                </a:cxnLst>
                <a:rect l="0" t="0" r="r" b="b"/>
                <a:pathLst>
                  <a:path w="185" h="53">
                    <a:moveTo>
                      <a:pt x="68" y="0"/>
                    </a:moveTo>
                    <a:lnTo>
                      <a:pt x="68" y="1"/>
                    </a:lnTo>
                    <a:lnTo>
                      <a:pt x="67" y="2"/>
                    </a:lnTo>
                    <a:lnTo>
                      <a:pt x="67" y="3"/>
                    </a:lnTo>
                    <a:lnTo>
                      <a:pt x="72" y="3"/>
                    </a:lnTo>
                    <a:lnTo>
                      <a:pt x="76" y="3"/>
                    </a:lnTo>
                    <a:lnTo>
                      <a:pt x="81" y="3"/>
                    </a:lnTo>
                    <a:lnTo>
                      <a:pt x="88" y="5"/>
                    </a:lnTo>
                    <a:lnTo>
                      <a:pt x="95" y="8"/>
                    </a:lnTo>
                    <a:lnTo>
                      <a:pt x="101" y="10"/>
                    </a:lnTo>
                    <a:lnTo>
                      <a:pt x="105" y="10"/>
                    </a:lnTo>
                    <a:lnTo>
                      <a:pt x="109" y="9"/>
                    </a:lnTo>
                    <a:lnTo>
                      <a:pt x="112" y="8"/>
                    </a:lnTo>
                    <a:lnTo>
                      <a:pt x="123" y="10"/>
                    </a:lnTo>
                    <a:lnTo>
                      <a:pt x="132" y="14"/>
                    </a:lnTo>
                    <a:lnTo>
                      <a:pt x="137" y="17"/>
                    </a:lnTo>
                    <a:lnTo>
                      <a:pt x="141" y="20"/>
                    </a:lnTo>
                    <a:lnTo>
                      <a:pt x="146" y="23"/>
                    </a:lnTo>
                    <a:lnTo>
                      <a:pt x="148" y="23"/>
                    </a:lnTo>
                    <a:lnTo>
                      <a:pt x="149" y="22"/>
                    </a:lnTo>
                    <a:lnTo>
                      <a:pt x="151" y="22"/>
                    </a:lnTo>
                    <a:lnTo>
                      <a:pt x="152" y="22"/>
                    </a:lnTo>
                    <a:lnTo>
                      <a:pt x="157" y="24"/>
                    </a:lnTo>
                    <a:lnTo>
                      <a:pt x="162" y="27"/>
                    </a:lnTo>
                    <a:lnTo>
                      <a:pt x="167" y="29"/>
                    </a:lnTo>
                    <a:lnTo>
                      <a:pt x="170" y="29"/>
                    </a:lnTo>
                    <a:lnTo>
                      <a:pt x="173" y="29"/>
                    </a:lnTo>
                    <a:lnTo>
                      <a:pt x="176" y="28"/>
                    </a:lnTo>
                    <a:lnTo>
                      <a:pt x="178" y="27"/>
                    </a:lnTo>
                    <a:lnTo>
                      <a:pt x="181" y="27"/>
                    </a:lnTo>
                    <a:lnTo>
                      <a:pt x="183" y="27"/>
                    </a:lnTo>
                    <a:lnTo>
                      <a:pt x="185" y="29"/>
                    </a:lnTo>
                    <a:lnTo>
                      <a:pt x="185" y="32"/>
                    </a:lnTo>
                    <a:lnTo>
                      <a:pt x="185" y="38"/>
                    </a:lnTo>
                    <a:lnTo>
                      <a:pt x="184" y="40"/>
                    </a:lnTo>
                    <a:lnTo>
                      <a:pt x="180" y="42"/>
                    </a:lnTo>
                    <a:lnTo>
                      <a:pt x="175" y="43"/>
                    </a:lnTo>
                    <a:lnTo>
                      <a:pt x="166" y="44"/>
                    </a:lnTo>
                    <a:lnTo>
                      <a:pt x="161" y="44"/>
                    </a:lnTo>
                    <a:lnTo>
                      <a:pt x="141" y="52"/>
                    </a:lnTo>
                    <a:lnTo>
                      <a:pt x="134" y="53"/>
                    </a:lnTo>
                    <a:lnTo>
                      <a:pt x="133" y="53"/>
                    </a:lnTo>
                    <a:lnTo>
                      <a:pt x="133" y="52"/>
                    </a:lnTo>
                    <a:lnTo>
                      <a:pt x="140" y="45"/>
                    </a:lnTo>
                    <a:lnTo>
                      <a:pt x="142" y="42"/>
                    </a:lnTo>
                    <a:lnTo>
                      <a:pt x="144" y="40"/>
                    </a:lnTo>
                    <a:lnTo>
                      <a:pt x="144" y="38"/>
                    </a:lnTo>
                    <a:lnTo>
                      <a:pt x="142" y="37"/>
                    </a:lnTo>
                    <a:lnTo>
                      <a:pt x="135" y="36"/>
                    </a:lnTo>
                    <a:lnTo>
                      <a:pt x="130" y="35"/>
                    </a:lnTo>
                    <a:lnTo>
                      <a:pt x="124" y="35"/>
                    </a:lnTo>
                    <a:lnTo>
                      <a:pt x="118" y="33"/>
                    </a:lnTo>
                    <a:lnTo>
                      <a:pt x="116" y="31"/>
                    </a:lnTo>
                    <a:lnTo>
                      <a:pt x="115" y="29"/>
                    </a:lnTo>
                    <a:lnTo>
                      <a:pt x="114" y="25"/>
                    </a:lnTo>
                    <a:lnTo>
                      <a:pt x="113" y="23"/>
                    </a:lnTo>
                    <a:lnTo>
                      <a:pt x="112" y="23"/>
                    </a:lnTo>
                    <a:lnTo>
                      <a:pt x="111" y="24"/>
                    </a:lnTo>
                    <a:lnTo>
                      <a:pt x="110" y="24"/>
                    </a:lnTo>
                    <a:lnTo>
                      <a:pt x="96" y="21"/>
                    </a:lnTo>
                    <a:lnTo>
                      <a:pt x="81" y="18"/>
                    </a:lnTo>
                    <a:lnTo>
                      <a:pt x="74" y="17"/>
                    </a:lnTo>
                    <a:lnTo>
                      <a:pt x="67" y="18"/>
                    </a:lnTo>
                    <a:lnTo>
                      <a:pt x="59" y="19"/>
                    </a:lnTo>
                    <a:lnTo>
                      <a:pt x="51" y="20"/>
                    </a:lnTo>
                    <a:lnTo>
                      <a:pt x="43" y="22"/>
                    </a:lnTo>
                    <a:lnTo>
                      <a:pt x="36" y="23"/>
                    </a:lnTo>
                    <a:lnTo>
                      <a:pt x="31" y="25"/>
                    </a:lnTo>
                    <a:lnTo>
                      <a:pt x="28" y="25"/>
                    </a:lnTo>
                    <a:lnTo>
                      <a:pt x="23" y="26"/>
                    </a:lnTo>
                    <a:lnTo>
                      <a:pt x="18" y="27"/>
                    </a:lnTo>
                    <a:lnTo>
                      <a:pt x="12" y="33"/>
                    </a:lnTo>
                    <a:lnTo>
                      <a:pt x="9" y="36"/>
                    </a:lnTo>
                    <a:lnTo>
                      <a:pt x="6" y="36"/>
                    </a:lnTo>
                    <a:lnTo>
                      <a:pt x="3" y="35"/>
                    </a:lnTo>
                    <a:lnTo>
                      <a:pt x="1" y="35"/>
                    </a:lnTo>
                    <a:lnTo>
                      <a:pt x="0" y="34"/>
                    </a:lnTo>
                    <a:lnTo>
                      <a:pt x="6" y="27"/>
                    </a:lnTo>
                    <a:lnTo>
                      <a:pt x="12" y="19"/>
                    </a:lnTo>
                    <a:lnTo>
                      <a:pt x="18" y="15"/>
                    </a:lnTo>
                    <a:lnTo>
                      <a:pt x="26" y="11"/>
                    </a:lnTo>
                    <a:lnTo>
                      <a:pt x="35" y="8"/>
                    </a:lnTo>
                    <a:lnTo>
                      <a:pt x="45" y="4"/>
                    </a:lnTo>
                    <a:lnTo>
                      <a:pt x="54" y="2"/>
                    </a:lnTo>
                    <a:lnTo>
                      <a:pt x="62" y="1"/>
                    </a:lnTo>
                    <a:lnTo>
                      <a:pt x="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1" name="Freeform 154"/>
              <p:cNvSpPr>
                <a:spLocks/>
              </p:cNvSpPr>
              <p:nvPr/>
            </p:nvSpPr>
            <p:spPr bwMode="auto">
              <a:xfrm>
                <a:off x="5095875" y="1693863"/>
                <a:ext cx="6350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"/>
                  </a:cxn>
                  <a:cxn ang="0">
                    <a:pos x="4" y="2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2" y="1"/>
                    </a:lnTo>
                    <a:lnTo>
                      <a:pt x="4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Freeform 155"/>
              <p:cNvSpPr>
                <a:spLocks noEditPoints="1"/>
              </p:cNvSpPr>
              <p:nvPr/>
            </p:nvSpPr>
            <p:spPr bwMode="auto">
              <a:xfrm>
                <a:off x="5102225" y="1697038"/>
                <a:ext cx="31750" cy="19050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20" y="12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0" y="0"/>
                  </a:cxn>
                </a:cxnLst>
                <a:rect l="0" t="0" r="r" b="b"/>
                <a:pathLst>
                  <a:path w="20" h="12">
                    <a:moveTo>
                      <a:pt x="2" y="1"/>
                    </a:moveTo>
                    <a:lnTo>
                      <a:pt x="20" y="12"/>
                    </a:lnTo>
                    <a:lnTo>
                      <a:pt x="2" y="1"/>
                    </a:lnTo>
                    <a:close/>
                    <a:moveTo>
                      <a:pt x="0" y="0"/>
                    </a:moveTo>
                    <a:lnTo>
                      <a:pt x="1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3" name="Freeform 156"/>
              <p:cNvSpPr>
                <a:spLocks/>
              </p:cNvSpPr>
              <p:nvPr/>
            </p:nvSpPr>
            <p:spPr bwMode="auto">
              <a:xfrm>
                <a:off x="5033962" y="1660525"/>
                <a:ext cx="7938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2"/>
                  </a:cxn>
                  <a:cxn ang="0">
                    <a:pos x="3" y="2"/>
                  </a:cxn>
                  <a:cxn ang="0">
                    <a:pos x="0" y="0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Freeform 157"/>
              <p:cNvSpPr>
                <a:spLocks/>
              </p:cNvSpPr>
              <p:nvPr/>
            </p:nvSpPr>
            <p:spPr bwMode="auto">
              <a:xfrm>
                <a:off x="5041900" y="1663700"/>
                <a:ext cx="28575" cy="14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9"/>
                  </a:cxn>
                  <a:cxn ang="0">
                    <a:pos x="9" y="5"/>
                  </a:cxn>
                  <a:cxn ang="0">
                    <a:pos x="0" y="0"/>
                  </a:cxn>
                </a:cxnLst>
                <a:rect l="0" t="0" r="r" b="b"/>
                <a:pathLst>
                  <a:path w="18" h="9">
                    <a:moveTo>
                      <a:pt x="0" y="0"/>
                    </a:moveTo>
                    <a:lnTo>
                      <a:pt x="18" y="9"/>
                    </a:lnTo>
                    <a:lnTo>
                      <a:pt x="9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Freeform 158"/>
              <p:cNvSpPr>
                <a:spLocks/>
              </p:cNvSpPr>
              <p:nvPr/>
            </p:nvSpPr>
            <p:spPr bwMode="auto">
              <a:xfrm>
                <a:off x="4854575" y="1582738"/>
                <a:ext cx="15875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3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0" h="3">
                    <a:moveTo>
                      <a:pt x="0" y="0"/>
                    </a:moveTo>
                    <a:lnTo>
                      <a:pt x="1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Freeform 159"/>
              <p:cNvSpPr>
                <a:spLocks/>
              </p:cNvSpPr>
              <p:nvPr/>
            </p:nvSpPr>
            <p:spPr bwMode="auto">
              <a:xfrm>
                <a:off x="4975225" y="3330575"/>
                <a:ext cx="163513" cy="73025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8" y="3"/>
                  </a:cxn>
                  <a:cxn ang="0">
                    <a:pos x="84" y="1"/>
                  </a:cxn>
                  <a:cxn ang="0">
                    <a:pos x="91" y="1"/>
                  </a:cxn>
                  <a:cxn ang="0">
                    <a:pos x="99" y="4"/>
                  </a:cxn>
                  <a:cxn ang="0">
                    <a:pos x="103" y="10"/>
                  </a:cxn>
                  <a:cxn ang="0">
                    <a:pos x="97" y="17"/>
                  </a:cxn>
                  <a:cxn ang="0">
                    <a:pos x="94" y="16"/>
                  </a:cxn>
                  <a:cxn ang="0">
                    <a:pos x="84" y="16"/>
                  </a:cxn>
                  <a:cxn ang="0">
                    <a:pos x="74" y="21"/>
                  </a:cxn>
                  <a:cxn ang="0">
                    <a:pos x="67" y="27"/>
                  </a:cxn>
                  <a:cxn ang="0">
                    <a:pos x="65" y="25"/>
                  </a:cxn>
                  <a:cxn ang="0">
                    <a:pos x="60" y="25"/>
                  </a:cxn>
                  <a:cxn ang="0">
                    <a:pos x="51" y="34"/>
                  </a:cxn>
                  <a:cxn ang="0">
                    <a:pos x="45" y="36"/>
                  </a:cxn>
                  <a:cxn ang="0">
                    <a:pos x="42" y="34"/>
                  </a:cxn>
                  <a:cxn ang="0">
                    <a:pos x="37" y="35"/>
                  </a:cxn>
                  <a:cxn ang="0">
                    <a:pos x="29" y="39"/>
                  </a:cxn>
                  <a:cxn ang="0">
                    <a:pos x="22" y="39"/>
                  </a:cxn>
                  <a:cxn ang="0">
                    <a:pos x="17" y="41"/>
                  </a:cxn>
                  <a:cxn ang="0">
                    <a:pos x="11" y="46"/>
                  </a:cxn>
                  <a:cxn ang="0">
                    <a:pos x="3" y="44"/>
                  </a:cxn>
                  <a:cxn ang="0">
                    <a:pos x="0" y="40"/>
                  </a:cxn>
                  <a:cxn ang="0">
                    <a:pos x="3" y="36"/>
                  </a:cxn>
                  <a:cxn ang="0">
                    <a:pos x="9" y="35"/>
                  </a:cxn>
                  <a:cxn ang="0">
                    <a:pos x="19" y="35"/>
                  </a:cxn>
                  <a:cxn ang="0">
                    <a:pos x="25" y="35"/>
                  </a:cxn>
                  <a:cxn ang="0">
                    <a:pos x="30" y="31"/>
                  </a:cxn>
                  <a:cxn ang="0">
                    <a:pos x="29" y="24"/>
                  </a:cxn>
                  <a:cxn ang="0">
                    <a:pos x="17" y="15"/>
                  </a:cxn>
                  <a:cxn ang="0">
                    <a:pos x="17" y="9"/>
                  </a:cxn>
                  <a:cxn ang="0">
                    <a:pos x="21" y="6"/>
                  </a:cxn>
                  <a:cxn ang="0">
                    <a:pos x="28" y="6"/>
                  </a:cxn>
                  <a:cxn ang="0">
                    <a:pos x="34" y="7"/>
                  </a:cxn>
                  <a:cxn ang="0">
                    <a:pos x="45" y="6"/>
                  </a:cxn>
                  <a:cxn ang="0">
                    <a:pos x="61" y="1"/>
                  </a:cxn>
                </a:cxnLst>
                <a:rect l="0" t="0" r="r" b="b"/>
                <a:pathLst>
                  <a:path w="103" h="46">
                    <a:moveTo>
                      <a:pt x="69" y="0"/>
                    </a:moveTo>
                    <a:lnTo>
                      <a:pt x="72" y="0"/>
                    </a:lnTo>
                    <a:lnTo>
                      <a:pt x="75" y="2"/>
                    </a:lnTo>
                    <a:lnTo>
                      <a:pt x="78" y="3"/>
                    </a:lnTo>
                    <a:lnTo>
                      <a:pt x="81" y="2"/>
                    </a:lnTo>
                    <a:lnTo>
                      <a:pt x="84" y="1"/>
                    </a:lnTo>
                    <a:lnTo>
                      <a:pt x="88" y="0"/>
                    </a:lnTo>
                    <a:lnTo>
                      <a:pt x="91" y="1"/>
                    </a:lnTo>
                    <a:lnTo>
                      <a:pt x="95" y="2"/>
                    </a:lnTo>
                    <a:lnTo>
                      <a:pt x="99" y="4"/>
                    </a:lnTo>
                    <a:lnTo>
                      <a:pt x="102" y="7"/>
                    </a:lnTo>
                    <a:lnTo>
                      <a:pt x="103" y="10"/>
                    </a:lnTo>
                    <a:lnTo>
                      <a:pt x="102" y="14"/>
                    </a:lnTo>
                    <a:lnTo>
                      <a:pt x="97" y="17"/>
                    </a:lnTo>
                    <a:lnTo>
                      <a:pt x="96" y="17"/>
                    </a:lnTo>
                    <a:lnTo>
                      <a:pt x="94" y="16"/>
                    </a:lnTo>
                    <a:lnTo>
                      <a:pt x="92" y="15"/>
                    </a:lnTo>
                    <a:lnTo>
                      <a:pt x="84" y="16"/>
                    </a:lnTo>
                    <a:lnTo>
                      <a:pt x="77" y="19"/>
                    </a:lnTo>
                    <a:lnTo>
                      <a:pt x="74" y="21"/>
                    </a:lnTo>
                    <a:lnTo>
                      <a:pt x="71" y="25"/>
                    </a:lnTo>
                    <a:lnTo>
                      <a:pt x="67" y="27"/>
                    </a:lnTo>
                    <a:lnTo>
                      <a:pt x="66" y="26"/>
                    </a:lnTo>
                    <a:lnTo>
                      <a:pt x="65" y="25"/>
                    </a:lnTo>
                    <a:lnTo>
                      <a:pt x="64" y="24"/>
                    </a:lnTo>
                    <a:lnTo>
                      <a:pt x="60" y="25"/>
                    </a:lnTo>
                    <a:lnTo>
                      <a:pt x="57" y="28"/>
                    </a:lnTo>
                    <a:lnTo>
                      <a:pt x="51" y="34"/>
                    </a:lnTo>
                    <a:lnTo>
                      <a:pt x="47" y="36"/>
                    </a:lnTo>
                    <a:lnTo>
                      <a:pt x="45" y="36"/>
                    </a:lnTo>
                    <a:lnTo>
                      <a:pt x="43" y="34"/>
                    </a:lnTo>
                    <a:lnTo>
                      <a:pt x="42" y="34"/>
                    </a:lnTo>
                    <a:lnTo>
                      <a:pt x="41" y="34"/>
                    </a:lnTo>
                    <a:lnTo>
                      <a:pt x="37" y="35"/>
                    </a:lnTo>
                    <a:lnTo>
                      <a:pt x="33" y="38"/>
                    </a:lnTo>
                    <a:lnTo>
                      <a:pt x="29" y="39"/>
                    </a:lnTo>
                    <a:lnTo>
                      <a:pt x="26" y="40"/>
                    </a:lnTo>
                    <a:lnTo>
                      <a:pt x="22" y="39"/>
                    </a:lnTo>
                    <a:lnTo>
                      <a:pt x="19" y="40"/>
                    </a:lnTo>
                    <a:lnTo>
                      <a:pt x="17" y="41"/>
                    </a:lnTo>
                    <a:lnTo>
                      <a:pt x="13" y="45"/>
                    </a:lnTo>
                    <a:lnTo>
                      <a:pt x="11" y="46"/>
                    </a:lnTo>
                    <a:lnTo>
                      <a:pt x="7" y="45"/>
                    </a:lnTo>
                    <a:lnTo>
                      <a:pt x="3" y="44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3" y="36"/>
                    </a:lnTo>
                    <a:lnTo>
                      <a:pt x="4" y="36"/>
                    </a:lnTo>
                    <a:lnTo>
                      <a:pt x="9" y="35"/>
                    </a:lnTo>
                    <a:lnTo>
                      <a:pt x="15" y="34"/>
                    </a:lnTo>
                    <a:lnTo>
                      <a:pt x="19" y="35"/>
                    </a:lnTo>
                    <a:lnTo>
                      <a:pt x="22" y="35"/>
                    </a:lnTo>
                    <a:lnTo>
                      <a:pt x="25" y="35"/>
                    </a:lnTo>
                    <a:lnTo>
                      <a:pt x="27" y="34"/>
                    </a:lnTo>
                    <a:lnTo>
                      <a:pt x="30" y="31"/>
                    </a:lnTo>
                    <a:lnTo>
                      <a:pt x="31" y="27"/>
                    </a:lnTo>
                    <a:lnTo>
                      <a:pt x="29" y="24"/>
                    </a:lnTo>
                    <a:lnTo>
                      <a:pt x="20" y="16"/>
                    </a:lnTo>
                    <a:lnTo>
                      <a:pt x="17" y="15"/>
                    </a:lnTo>
                    <a:lnTo>
                      <a:pt x="16" y="13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1" y="6"/>
                    </a:lnTo>
                    <a:lnTo>
                      <a:pt x="24" y="6"/>
                    </a:lnTo>
                    <a:lnTo>
                      <a:pt x="28" y="6"/>
                    </a:lnTo>
                    <a:lnTo>
                      <a:pt x="31" y="7"/>
                    </a:lnTo>
                    <a:lnTo>
                      <a:pt x="34" y="7"/>
                    </a:lnTo>
                    <a:lnTo>
                      <a:pt x="35" y="8"/>
                    </a:lnTo>
                    <a:lnTo>
                      <a:pt x="45" y="6"/>
                    </a:lnTo>
                    <a:lnTo>
                      <a:pt x="53" y="3"/>
                    </a:lnTo>
                    <a:lnTo>
                      <a:pt x="61" y="1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Freeform 160"/>
              <p:cNvSpPr>
                <a:spLocks/>
              </p:cNvSpPr>
              <p:nvPr/>
            </p:nvSpPr>
            <p:spPr bwMode="auto">
              <a:xfrm>
                <a:off x="5164137" y="3328988"/>
                <a:ext cx="31750" cy="23813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17" y="0"/>
                  </a:cxn>
                  <a:cxn ang="0">
                    <a:pos x="20" y="3"/>
                  </a:cxn>
                  <a:cxn ang="0">
                    <a:pos x="20" y="6"/>
                  </a:cxn>
                  <a:cxn ang="0">
                    <a:pos x="18" y="9"/>
                  </a:cxn>
                  <a:cxn ang="0">
                    <a:pos x="14" y="12"/>
                  </a:cxn>
                  <a:cxn ang="0">
                    <a:pos x="10" y="14"/>
                  </a:cxn>
                  <a:cxn ang="0">
                    <a:pos x="6" y="15"/>
                  </a:cxn>
                  <a:cxn ang="0">
                    <a:pos x="2" y="15"/>
                  </a:cxn>
                  <a:cxn ang="0">
                    <a:pos x="1" y="14"/>
                  </a:cxn>
                  <a:cxn ang="0">
                    <a:pos x="1" y="13"/>
                  </a:cxn>
                  <a:cxn ang="0">
                    <a:pos x="1" y="12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6"/>
                  </a:cxn>
                  <a:cxn ang="0">
                    <a:pos x="4" y="4"/>
                  </a:cxn>
                  <a:cxn ang="0">
                    <a:pos x="8" y="2"/>
                  </a:cxn>
                  <a:cxn ang="0">
                    <a:pos x="12" y="1"/>
                  </a:cxn>
                  <a:cxn ang="0">
                    <a:pos x="15" y="0"/>
                  </a:cxn>
                </a:cxnLst>
                <a:rect l="0" t="0" r="r" b="b"/>
                <a:pathLst>
                  <a:path w="20" h="15">
                    <a:moveTo>
                      <a:pt x="15" y="0"/>
                    </a:moveTo>
                    <a:lnTo>
                      <a:pt x="17" y="0"/>
                    </a:lnTo>
                    <a:lnTo>
                      <a:pt x="20" y="3"/>
                    </a:lnTo>
                    <a:lnTo>
                      <a:pt x="20" y="6"/>
                    </a:lnTo>
                    <a:lnTo>
                      <a:pt x="18" y="9"/>
                    </a:lnTo>
                    <a:lnTo>
                      <a:pt x="14" y="12"/>
                    </a:lnTo>
                    <a:lnTo>
                      <a:pt x="10" y="14"/>
                    </a:lnTo>
                    <a:lnTo>
                      <a:pt x="6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2" y="1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Freeform 161"/>
              <p:cNvSpPr>
                <a:spLocks/>
              </p:cNvSpPr>
              <p:nvPr/>
            </p:nvSpPr>
            <p:spPr bwMode="auto">
              <a:xfrm>
                <a:off x="4471987" y="3932238"/>
                <a:ext cx="22225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2"/>
                  </a:cxn>
                  <a:cxn ang="0">
                    <a:pos x="7" y="4"/>
                  </a:cxn>
                  <a:cxn ang="0">
                    <a:pos x="10" y="5"/>
                  </a:cxn>
                  <a:cxn ang="0">
                    <a:pos x="13" y="7"/>
                  </a:cxn>
                  <a:cxn ang="0">
                    <a:pos x="14" y="10"/>
                  </a:cxn>
                  <a:cxn ang="0">
                    <a:pos x="13" y="13"/>
                  </a:cxn>
                  <a:cxn ang="0">
                    <a:pos x="10" y="15"/>
                  </a:cxn>
                  <a:cxn ang="0">
                    <a:pos x="6" y="15"/>
                  </a:cxn>
                  <a:cxn ang="0">
                    <a:pos x="2" y="14"/>
                  </a:cxn>
                  <a:cxn ang="0">
                    <a:pos x="1" y="12"/>
                  </a:cxn>
                  <a:cxn ang="0">
                    <a:pos x="0" y="8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4" h="15">
                    <a:moveTo>
                      <a:pt x="0" y="0"/>
                    </a:moveTo>
                    <a:lnTo>
                      <a:pt x="3" y="2"/>
                    </a:lnTo>
                    <a:lnTo>
                      <a:pt x="7" y="4"/>
                    </a:lnTo>
                    <a:lnTo>
                      <a:pt x="10" y="5"/>
                    </a:lnTo>
                    <a:lnTo>
                      <a:pt x="13" y="7"/>
                    </a:lnTo>
                    <a:lnTo>
                      <a:pt x="14" y="10"/>
                    </a:lnTo>
                    <a:lnTo>
                      <a:pt x="13" y="13"/>
                    </a:lnTo>
                    <a:lnTo>
                      <a:pt x="10" y="15"/>
                    </a:lnTo>
                    <a:lnTo>
                      <a:pt x="6" y="15"/>
                    </a:lnTo>
                    <a:lnTo>
                      <a:pt x="2" y="14"/>
                    </a:lnTo>
                    <a:lnTo>
                      <a:pt x="1" y="12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Freeform 162"/>
              <p:cNvSpPr>
                <a:spLocks noEditPoints="1"/>
              </p:cNvSpPr>
              <p:nvPr/>
            </p:nvSpPr>
            <p:spPr bwMode="auto">
              <a:xfrm>
                <a:off x="3522141" y="1772184"/>
                <a:ext cx="2163762" cy="2459039"/>
              </a:xfrm>
              <a:custGeom>
                <a:avLst/>
                <a:gdLst/>
                <a:ahLst/>
                <a:cxnLst>
                  <a:cxn ang="0">
                    <a:pos x="782" y="897"/>
                  </a:cxn>
                  <a:cxn ang="0">
                    <a:pos x="586" y="158"/>
                  </a:cxn>
                  <a:cxn ang="0">
                    <a:pos x="232" y="0"/>
                  </a:cxn>
                  <a:cxn ang="0">
                    <a:pos x="289" y="51"/>
                  </a:cxn>
                  <a:cxn ang="0">
                    <a:pos x="376" y="78"/>
                  </a:cxn>
                  <a:cxn ang="0">
                    <a:pos x="458" y="132"/>
                  </a:cxn>
                  <a:cxn ang="0">
                    <a:pos x="545" y="128"/>
                  </a:cxn>
                  <a:cxn ang="0">
                    <a:pos x="553" y="51"/>
                  </a:cxn>
                  <a:cxn ang="0">
                    <a:pos x="615" y="130"/>
                  </a:cxn>
                  <a:cxn ang="0">
                    <a:pos x="631" y="133"/>
                  </a:cxn>
                  <a:cxn ang="0">
                    <a:pos x="604" y="179"/>
                  </a:cxn>
                  <a:cxn ang="0">
                    <a:pos x="573" y="211"/>
                  </a:cxn>
                  <a:cxn ang="0">
                    <a:pos x="574" y="302"/>
                  </a:cxn>
                  <a:cxn ang="0">
                    <a:pos x="712" y="381"/>
                  </a:cxn>
                  <a:cxn ang="0">
                    <a:pos x="745" y="364"/>
                  </a:cxn>
                  <a:cxn ang="0">
                    <a:pos x="713" y="225"/>
                  </a:cxn>
                  <a:cxn ang="0">
                    <a:pos x="792" y="209"/>
                  </a:cxn>
                  <a:cxn ang="0">
                    <a:pos x="835" y="246"/>
                  </a:cxn>
                  <a:cxn ang="0">
                    <a:pos x="869" y="234"/>
                  </a:cxn>
                  <a:cxn ang="0">
                    <a:pos x="934" y="306"/>
                  </a:cxn>
                  <a:cxn ang="0">
                    <a:pos x="897" y="394"/>
                  </a:cxn>
                  <a:cxn ang="0">
                    <a:pos x="914" y="427"/>
                  </a:cxn>
                  <a:cxn ang="0">
                    <a:pos x="919" y="498"/>
                  </a:cxn>
                  <a:cxn ang="0">
                    <a:pos x="861" y="637"/>
                  </a:cxn>
                  <a:cxn ang="0">
                    <a:pos x="860" y="686"/>
                  </a:cxn>
                  <a:cxn ang="0">
                    <a:pos x="812" y="760"/>
                  </a:cxn>
                  <a:cxn ang="0">
                    <a:pos x="800" y="920"/>
                  </a:cxn>
                  <a:cxn ang="0">
                    <a:pos x="716" y="841"/>
                  </a:cxn>
                  <a:cxn ang="0">
                    <a:pos x="630" y="860"/>
                  </a:cxn>
                  <a:cxn ang="0">
                    <a:pos x="547" y="851"/>
                  </a:cxn>
                  <a:cxn ang="0">
                    <a:pos x="495" y="946"/>
                  </a:cxn>
                  <a:cxn ang="0">
                    <a:pos x="625" y="1046"/>
                  </a:cxn>
                  <a:cxn ang="0">
                    <a:pos x="675" y="1075"/>
                  </a:cxn>
                  <a:cxn ang="0">
                    <a:pos x="761" y="1164"/>
                  </a:cxn>
                  <a:cxn ang="0">
                    <a:pos x="927" y="1156"/>
                  </a:cxn>
                  <a:cxn ang="0">
                    <a:pos x="1036" y="1130"/>
                  </a:cxn>
                  <a:cxn ang="0">
                    <a:pos x="1117" y="1100"/>
                  </a:cxn>
                  <a:cxn ang="0">
                    <a:pos x="1220" y="1115"/>
                  </a:cxn>
                  <a:cxn ang="0">
                    <a:pos x="1253" y="1165"/>
                  </a:cxn>
                  <a:cxn ang="0">
                    <a:pos x="1307" y="1135"/>
                  </a:cxn>
                  <a:cxn ang="0">
                    <a:pos x="853" y="1549"/>
                  </a:cxn>
                  <a:cxn ang="0">
                    <a:pos x="835" y="1436"/>
                  </a:cxn>
                  <a:cxn ang="0">
                    <a:pos x="818" y="1351"/>
                  </a:cxn>
                  <a:cxn ang="0">
                    <a:pos x="870" y="1232"/>
                  </a:cxn>
                  <a:cxn ang="0">
                    <a:pos x="787" y="1231"/>
                  </a:cxn>
                  <a:cxn ang="0">
                    <a:pos x="685" y="1167"/>
                  </a:cxn>
                  <a:cxn ang="0">
                    <a:pos x="541" y="1110"/>
                  </a:cxn>
                  <a:cxn ang="0">
                    <a:pos x="374" y="1056"/>
                  </a:cxn>
                  <a:cxn ang="0">
                    <a:pos x="310" y="935"/>
                  </a:cxn>
                  <a:cxn ang="0">
                    <a:pos x="231" y="793"/>
                  </a:cxn>
                  <a:cxn ang="0">
                    <a:pos x="231" y="856"/>
                  </a:cxn>
                  <a:cxn ang="0">
                    <a:pos x="232" y="886"/>
                  </a:cxn>
                  <a:cxn ang="0">
                    <a:pos x="177" y="746"/>
                  </a:cxn>
                  <a:cxn ang="0">
                    <a:pos x="121" y="586"/>
                  </a:cxn>
                  <a:cxn ang="0">
                    <a:pos x="188" y="427"/>
                  </a:cxn>
                  <a:cxn ang="0">
                    <a:pos x="171" y="358"/>
                  </a:cxn>
                  <a:cxn ang="0">
                    <a:pos x="185" y="277"/>
                  </a:cxn>
                  <a:cxn ang="0">
                    <a:pos x="190" y="212"/>
                  </a:cxn>
                  <a:cxn ang="0">
                    <a:pos x="169" y="172"/>
                  </a:cxn>
                  <a:cxn ang="0">
                    <a:pos x="113" y="133"/>
                  </a:cxn>
                  <a:cxn ang="0">
                    <a:pos x="28" y="149"/>
                  </a:cxn>
                  <a:cxn ang="0">
                    <a:pos x="75" y="84"/>
                  </a:cxn>
                  <a:cxn ang="0">
                    <a:pos x="162" y="20"/>
                  </a:cxn>
                </a:cxnLst>
                <a:rect l="0" t="0" r="r" b="b"/>
                <a:pathLst>
                  <a:path w="1363" h="1549">
                    <a:moveTo>
                      <a:pt x="1254" y="1171"/>
                    </a:moveTo>
                    <a:lnTo>
                      <a:pt x="1253" y="1173"/>
                    </a:lnTo>
                    <a:lnTo>
                      <a:pt x="1253" y="1175"/>
                    </a:lnTo>
                    <a:lnTo>
                      <a:pt x="1254" y="1176"/>
                    </a:lnTo>
                    <a:lnTo>
                      <a:pt x="1256" y="1176"/>
                    </a:lnTo>
                    <a:lnTo>
                      <a:pt x="1257" y="1175"/>
                    </a:lnTo>
                    <a:lnTo>
                      <a:pt x="1260" y="1173"/>
                    </a:lnTo>
                    <a:lnTo>
                      <a:pt x="1258" y="1174"/>
                    </a:lnTo>
                    <a:lnTo>
                      <a:pt x="1257" y="1174"/>
                    </a:lnTo>
                    <a:lnTo>
                      <a:pt x="1256" y="1174"/>
                    </a:lnTo>
                    <a:lnTo>
                      <a:pt x="1255" y="1173"/>
                    </a:lnTo>
                    <a:lnTo>
                      <a:pt x="1254" y="1172"/>
                    </a:lnTo>
                    <a:lnTo>
                      <a:pt x="1254" y="1172"/>
                    </a:lnTo>
                    <a:lnTo>
                      <a:pt x="1254" y="1171"/>
                    </a:lnTo>
                    <a:close/>
                    <a:moveTo>
                      <a:pt x="765" y="1160"/>
                    </a:moveTo>
                    <a:lnTo>
                      <a:pt x="765" y="1161"/>
                    </a:lnTo>
                    <a:lnTo>
                      <a:pt x="765" y="1160"/>
                    </a:lnTo>
                    <a:close/>
                    <a:moveTo>
                      <a:pt x="981" y="1148"/>
                    </a:moveTo>
                    <a:lnTo>
                      <a:pt x="981" y="1150"/>
                    </a:lnTo>
                    <a:lnTo>
                      <a:pt x="979" y="1152"/>
                    </a:lnTo>
                    <a:lnTo>
                      <a:pt x="977" y="1154"/>
                    </a:lnTo>
                    <a:lnTo>
                      <a:pt x="973" y="1161"/>
                    </a:lnTo>
                    <a:lnTo>
                      <a:pt x="972" y="1165"/>
                    </a:lnTo>
                    <a:lnTo>
                      <a:pt x="972" y="1169"/>
                    </a:lnTo>
                    <a:lnTo>
                      <a:pt x="973" y="1171"/>
                    </a:lnTo>
                    <a:lnTo>
                      <a:pt x="976" y="1173"/>
                    </a:lnTo>
                    <a:lnTo>
                      <a:pt x="980" y="1175"/>
                    </a:lnTo>
                    <a:lnTo>
                      <a:pt x="983" y="1174"/>
                    </a:lnTo>
                    <a:lnTo>
                      <a:pt x="987" y="1172"/>
                    </a:lnTo>
                    <a:lnTo>
                      <a:pt x="990" y="1169"/>
                    </a:lnTo>
                    <a:lnTo>
                      <a:pt x="991" y="1165"/>
                    </a:lnTo>
                    <a:lnTo>
                      <a:pt x="991" y="1161"/>
                    </a:lnTo>
                    <a:lnTo>
                      <a:pt x="989" y="1158"/>
                    </a:lnTo>
                    <a:lnTo>
                      <a:pt x="986" y="1155"/>
                    </a:lnTo>
                    <a:lnTo>
                      <a:pt x="983" y="1152"/>
                    </a:lnTo>
                    <a:lnTo>
                      <a:pt x="981" y="1148"/>
                    </a:lnTo>
                    <a:close/>
                    <a:moveTo>
                      <a:pt x="1102" y="1104"/>
                    </a:moveTo>
                    <a:lnTo>
                      <a:pt x="1101" y="1105"/>
                    </a:lnTo>
                    <a:lnTo>
                      <a:pt x="1100" y="1105"/>
                    </a:lnTo>
                    <a:lnTo>
                      <a:pt x="1102" y="1104"/>
                    </a:lnTo>
                    <a:close/>
                    <a:moveTo>
                      <a:pt x="1103" y="1104"/>
                    </a:moveTo>
                    <a:lnTo>
                      <a:pt x="1103" y="1104"/>
                    </a:lnTo>
                    <a:lnTo>
                      <a:pt x="1102" y="1104"/>
                    </a:lnTo>
                    <a:lnTo>
                      <a:pt x="1103" y="1104"/>
                    </a:lnTo>
                    <a:close/>
                    <a:moveTo>
                      <a:pt x="784" y="894"/>
                    </a:moveTo>
                    <a:lnTo>
                      <a:pt x="783" y="895"/>
                    </a:lnTo>
                    <a:lnTo>
                      <a:pt x="783" y="895"/>
                    </a:lnTo>
                    <a:lnTo>
                      <a:pt x="782" y="897"/>
                    </a:lnTo>
                    <a:lnTo>
                      <a:pt x="782" y="897"/>
                    </a:lnTo>
                    <a:lnTo>
                      <a:pt x="783" y="896"/>
                    </a:lnTo>
                    <a:lnTo>
                      <a:pt x="784" y="895"/>
                    </a:lnTo>
                    <a:lnTo>
                      <a:pt x="784" y="895"/>
                    </a:lnTo>
                    <a:lnTo>
                      <a:pt x="784" y="894"/>
                    </a:lnTo>
                    <a:lnTo>
                      <a:pt x="784" y="894"/>
                    </a:lnTo>
                    <a:close/>
                    <a:moveTo>
                      <a:pt x="797" y="850"/>
                    </a:moveTo>
                    <a:lnTo>
                      <a:pt x="797" y="851"/>
                    </a:lnTo>
                    <a:lnTo>
                      <a:pt x="797" y="852"/>
                    </a:lnTo>
                    <a:lnTo>
                      <a:pt x="797" y="853"/>
                    </a:lnTo>
                    <a:lnTo>
                      <a:pt x="798" y="854"/>
                    </a:lnTo>
                    <a:lnTo>
                      <a:pt x="798" y="855"/>
                    </a:lnTo>
                    <a:lnTo>
                      <a:pt x="800" y="857"/>
                    </a:lnTo>
                    <a:lnTo>
                      <a:pt x="801" y="860"/>
                    </a:lnTo>
                    <a:lnTo>
                      <a:pt x="802" y="862"/>
                    </a:lnTo>
                    <a:lnTo>
                      <a:pt x="800" y="856"/>
                    </a:lnTo>
                    <a:lnTo>
                      <a:pt x="797" y="850"/>
                    </a:lnTo>
                    <a:close/>
                    <a:moveTo>
                      <a:pt x="852" y="610"/>
                    </a:moveTo>
                    <a:lnTo>
                      <a:pt x="850" y="614"/>
                    </a:lnTo>
                    <a:lnTo>
                      <a:pt x="849" y="619"/>
                    </a:lnTo>
                    <a:lnTo>
                      <a:pt x="851" y="614"/>
                    </a:lnTo>
                    <a:lnTo>
                      <a:pt x="852" y="610"/>
                    </a:lnTo>
                    <a:close/>
                    <a:moveTo>
                      <a:pt x="731" y="397"/>
                    </a:moveTo>
                    <a:lnTo>
                      <a:pt x="730" y="398"/>
                    </a:lnTo>
                    <a:lnTo>
                      <a:pt x="729" y="399"/>
                    </a:lnTo>
                    <a:lnTo>
                      <a:pt x="727" y="399"/>
                    </a:lnTo>
                    <a:lnTo>
                      <a:pt x="727" y="400"/>
                    </a:lnTo>
                    <a:lnTo>
                      <a:pt x="726" y="401"/>
                    </a:lnTo>
                    <a:lnTo>
                      <a:pt x="727" y="402"/>
                    </a:lnTo>
                    <a:lnTo>
                      <a:pt x="727" y="402"/>
                    </a:lnTo>
                    <a:lnTo>
                      <a:pt x="730" y="400"/>
                    </a:lnTo>
                    <a:lnTo>
                      <a:pt x="730" y="399"/>
                    </a:lnTo>
                    <a:lnTo>
                      <a:pt x="731" y="398"/>
                    </a:lnTo>
                    <a:lnTo>
                      <a:pt x="731" y="397"/>
                    </a:lnTo>
                    <a:close/>
                    <a:moveTo>
                      <a:pt x="563" y="179"/>
                    </a:moveTo>
                    <a:lnTo>
                      <a:pt x="563" y="181"/>
                    </a:lnTo>
                    <a:lnTo>
                      <a:pt x="564" y="184"/>
                    </a:lnTo>
                    <a:lnTo>
                      <a:pt x="564" y="184"/>
                    </a:lnTo>
                    <a:lnTo>
                      <a:pt x="569" y="185"/>
                    </a:lnTo>
                    <a:lnTo>
                      <a:pt x="574" y="186"/>
                    </a:lnTo>
                    <a:lnTo>
                      <a:pt x="570" y="181"/>
                    </a:lnTo>
                    <a:lnTo>
                      <a:pt x="567" y="180"/>
                    </a:lnTo>
                    <a:lnTo>
                      <a:pt x="563" y="179"/>
                    </a:lnTo>
                    <a:lnTo>
                      <a:pt x="563" y="179"/>
                    </a:lnTo>
                    <a:close/>
                    <a:moveTo>
                      <a:pt x="583" y="150"/>
                    </a:moveTo>
                    <a:lnTo>
                      <a:pt x="581" y="150"/>
                    </a:lnTo>
                    <a:lnTo>
                      <a:pt x="581" y="152"/>
                    </a:lnTo>
                    <a:lnTo>
                      <a:pt x="586" y="158"/>
                    </a:lnTo>
                    <a:lnTo>
                      <a:pt x="589" y="161"/>
                    </a:lnTo>
                    <a:lnTo>
                      <a:pt x="592" y="163"/>
                    </a:lnTo>
                    <a:lnTo>
                      <a:pt x="595" y="163"/>
                    </a:lnTo>
                    <a:lnTo>
                      <a:pt x="597" y="162"/>
                    </a:lnTo>
                    <a:lnTo>
                      <a:pt x="599" y="161"/>
                    </a:lnTo>
                    <a:lnTo>
                      <a:pt x="602" y="161"/>
                    </a:lnTo>
                    <a:lnTo>
                      <a:pt x="609" y="161"/>
                    </a:lnTo>
                    <a:lnTo>
                      <a:pt x="611" y="161"/>
                    </a:lnTo>
                    <a:lnTo>
                      <a:pt x="612" y="161"/>
                    </a:lnTo>
                    <a:lnTo>
                      <a:pt x="609" y="160"/>
                    </a:lnTo>
                    <a:lnTo>
                      <a:pt x="606" y="157"/>
                    </a:lnTo>
                    <a:lnTo>
                      <a:pt x="601" y="153"/>
                    </a:lnTo>
                    <a:lnTo>
                      <a:pt x="596" y="151"/>
                    </a:lnTo>
                    <a:lnTo>
                      <a:pt x="593" y="151"/>
                    </a:lnTo>
                    <a:lnTo>
                      <a:pt x="586" y="150"/>
                    </a:lnTo>
                    <a:lnTo>
                      <a:pt x="583" y="150"/>
                    </a:lnTo>
                    <a:close/>
                    <a:moveTo>
                      <a:pt x="88" y="92"/>
                    </a:moveTo>
                    <a:lnTo>
                      <a:pt x="86" y="93"/>
                    </a:lnTo>
                    <a:lnTo>
                      <a:pt x="87" y="93"/>
                    </a:lnTo>
                    <a:lnTo>
                      <a:pt x="88" y="92"/>
                    </a:lnTo>
                    <a:close/>
                    <a:moveTo>
                      <a:pt x="340" y="66"/>
                    </a:moveTo>
                    <a:lnTo>
                      <a:pt x="334" y="67"/>
                    </a:lnTo>
                    <a:lnTo>
                      <a:pt x="320" y="70"/>
                    </a:lnTo>
                    <a:lnTo>
                      <a:pt x="314" y="71"/>
                    </a:lnTo>
                    <a:lnTo>
                      <a:pt x="311" y="72"/>
                    </a:lnTo>
                    <a:lnTo>
                      <a:pt x="311" y="73"/>
                    </a:lnTo>
                    <a:lnTo>
                      <a:pt x="311" y="75"/>
                    </a:lnTo>
                    <a:lnTo>
                      <a:pt x="311" y="75"/>
                    </a:lnTo>
                    <a:lnTo>
                      <a:pt x="316" y="75"/>
                    </a:lnTo>
                    <a:lnTo>
                      <a:pt x="321" y="73"/>
                    </a:lnTo>
                    <a:lnTo>
                      <a:pt x="327" y="71"/>
                    </a:lnTo>
                    <a:lnTo>
                      <a:pt x="335" y="68"/>
                    </a:lnTo>
                    <a:lnTo>
                      <a:pt x="340" y="66"/>
                    </a:lnTo>
                    <a:close/>
                    <a:moveTo>
                      <a:pt x="182" y="28"/>
                    </a:moveTo>
                    <a:lnTo>
                      <a:pt x="181" y="30"/>
                    </a:lnTo>
                    <a:lnTo>
                      <a:pt x="180" y="32"/>
                    </a:lnTo>
                    <a:lnTo>
                      <a:pt x="178" y="35"/>
                    </a:lnTo>
                    <a:lnTo>
                      <a:pt x="177" y="37"/>
                    </a:lnTo>
                    <a:lnTo>
                      <a:pt x="177" y="39"/>
                    </a:lnTo>
                    <a:lnTo>
                      <a:pt x="179" y="39"/>
                    </a:lnTo>
                    <a:lnTo>
                      <a:pt x="181" y="37"/>
                    </a:lnTo>
                    <a:lnTo>
                      <a:pt x="182" y="33"/>
                    </a:lnTo>
                    <a:lnTo>
                      <a:pt x="183" y="30"/>
                    </a:lnTo>
                    <a:lnTo>
                      <a:pt x="183" y="29"/>
                    </a:lnTo>
                    <a:lnTo>
                      <a:pt x="183" y="29"/>
                    </a:lnTo>
                    <a:lnTo>
                      <a:pt x="182" y="29"/>
                    </a:lnTo>
                    <a:lnTo>
                      <a:pt x="182" y="28"/>
                    </a:lnTo>
                    <a:close/>
                    <a:moveTo>
                      <a:pt x="232" y="0"/>
                    </a:moveTo>
                    <a:lnTo>
                      <a:pt x="233" y="0"/>
                    </a:lnTo>
                    <a:lnTo>
                      <a:pt x="234" y="0"/>
                    </a:lnTo>
                    <a:lnTo>
                      <a:pt x="234" y="2"/>
                    </a:lnTo>
                    <a:lnTo>
                      <a:pt x="235" y="2"/>
                    </a:lnTo>
                    <a:lnTo>
                      <a:pt x="235" y="4"/>
                    </a:lnTo>
                    <a:lnTo>
                      <a:pt x="235" y="4"/>
                    </a:lnTo>
                    <a:lnTo>
                      <a:pt x="236" y="5"/>
                    </a:lnTo>
                    <a:lnTo>
                      <a:pt x="238" y="5"/>
                    </a:lnTo>
                    <a:lnTo>
                      <a:pt x="241" y="5"/>
                    </a:lnTo>
                    <a:lnTo>
                      <a:pt x="242" y="4"/>
                    </a:lnTo>
                    <a:lnTo>
                      <a:pt x="244" y="4"/>
                    </a:lnTo>
                    <a:lnTo>
                      <a:pt x="245" y="3"/>
                    </a:lnTo>
                    <a:lnTo>
                      <a:pt x="245" y="2"/>
                    </a:lnTo>
                    <a:lnTo>
                      <a:pt x="244" y="1"/>
                    </a:lnTo>
                    <a:lnTo>
                      <a:pt x="244" y="1"/>
                    </a:lnTo>
                    <a:lnTo>
                      <a:pt x="250" y="2"/>
                    </a:lnTo>
                    <a:lnTo>
                      <a:pt x="256" y="4"/>
                    </a:lnTo>
                    <a:lnTo>
                      <a:pt x="262" y="6"/>
                    </a:lnTo>
                    <a:lnTo>
                      <a:pt x="262" y="7"/>
                    </a:lnTo>
                    <a:lnTo>
                      <a:pt x="261" y="7"/>
                    </a:lnTo>
                    <a:lnTo>
                      <a:pt x="260" y="7"/>
                    </a:lnTo>
                    <a:lnTo>
                      <a:pt x="256" y="7"/>
                    </a:lnTo>
                    <a:lnTo>
                      <a:pt x="255" y="8"/>
                    </a:lnTo>
                    <a:lnTo>
                      <a:pt x="255" y="8"/>
                    </a:lnTo>
                    <a:lnTo>
                      <a:pt x="255" y="9"/>
                    </a:lnTo>
                    <a:lnTo>
                      <a:pt x="257" y="11"/>
                    </a:lnTo>
                    <a:lnTo>
                      <a:pt x="260" y="12"/>
                    </a:lnTo>
                    <a:lnTo>
                      <a:pt x="263" y="13"/>
                    </a:lnTo>
                    <a:lnTo>
                      <a:pt x="266" y="15"/>
                    </a:lnTo>
                    <a:lnTo>
                      <a:pt x="266" y="16"/>
                    </a:lnTo>
                    <a:lnTo>
                      <a:pt x="264" y="16"/>
                    </a:lnTo>
                    <a:lnTo>
                      <a:pt x="263" y="17"/>
                    </a:lnTo>
                    <a:lnTo>
                      <a:pt x="260" y="17"/>
                    </a:lnTo>
                    <a:lnTo>
                      <a:pt x="259" y="18"/>
                    </a:lnTo>
                    <a:lnTo>
                      <a:pt x="259" y="20"/>
                    </a:lnTo>
                    <a:lnTo>
                      <a:pt x="260" y="20"/>
                    </a:lnTo>
                    <a:lnTo>
                      <a:pt x="262" y="22"/>
                    </a:lnTo>
                    <a:lnTo>
                      <a:pt x="263" y="22"/>
                    </a:lnTo>
                    <a:lnTo>
                      <a:pt x="264" y="22"/>
                    </a:lnTo>
                    <a:lnTo>
                      <a:pt x="265" y="23"/>
                    </a:lnTo>
                    <a:lnTo>
                      <a:pt x="267" y="23"/>
                    </a:lnTo>
                    <a:lnTo>
                      <a:pt x="269" y="24"/>
                    </a:lnTo>
                    <a:lnTo>
                      <a:pt x="271" y="28"/>
                    </a:lnTo>
                    <a:lnTo>
                      <a:pt x="274" y="34"/>
                    </a:lnTo>
                    <a:lnTo>
                      <a:pt x="276" y="38"/>
                    </a:lnTo>
                    <a:lnTo>
                      <a:pt x="281" y="44"/>
                    </a:lnTo>
                    <a:lnTo>
                      <a:pt x="287" y="49"/>
                    </a:lnTo>
                    <a:lnTo>
                      <a:pt x="289" y="51"/>
                    </a:lnTo>
                    <a:lnTo>
                      <a:pt x="292" y="53"/>
                    </a:lnTo>
                    <a:lnTo>
                      <a:pt x="293" y="54"/>
                    </a:lnTo>
                    <a:lnTo>
                      <a:pt x="293" y="56"/>
                    </a:lnTo>
                    <a:lnTo>
                      <a:pt x="292" y="57"/>
                    </a:lnTo>
                    <a:lnTo>
                      <a:pt x="292" y="57"/>
                    </a:lnTo>
                    <a:lnTo>
                      <a:pt x="292" y="59"/>
                    </a:lnTo>
                    <a:lnTo>
                      <a:pt x="295" y="65"/>
                    </a:lnTo>
                    <a:lnTo>
                      <a:pt x="301" y="71"/>
                    </a:lnTo>
                    <a:lnTo>
                      <a:pt x="301" y="68"/>
                    </a:lnTo>
                    <a:lnTo>
                      <a:pt x="301" y="68"/>
                    </a:lnTo>
                    <a:lnTo>
                      <a:pt x="321" y="66"/>
                    </a:lnTo>
                    <a:lnTo>
                      <a:pt x="334" y="63"/>
                    </a:lnTo>
                    <a:lnTo>
                      <a:pt x="347" y="62"/>
                    </a:lnTo>
                    <a:lnTo>
                      <a:pt x="347" y="62"/>
                    </a:lnTo>
                    <a:lnTo>
                      <a:pt x="347" y="62"/>
                    </a:lnTo>
                    <a:lnTo>
                      <a:pt x="346" y="63"/>
                    </a:lnTo>
                    <a:lnTo>
                      <a:pt x="345" y="65"/>
                    </a:lnTo>
                    <a:lnTo>
                      <a:pt x="348" y="64"/>
                    </a:lnTo>
                    <a:lnTo>
                      <a:pt x="353" y="62"/>
                    </a:lnTo>
                    <a:lnTo>
                      <a:pt x="356" y="61"/>
                    </a:lnTo>
                    <a:lnTo>
                      <a:pt x="358" y="60"/>
                    </a:lnTo>
                    <a:lnTo>
                      <a:pt x="360" y="62"/>
                    </a:lnTo>
                    <a:lnTo>
                      <a:pt x="360" y="64"/>
                    </a:lnTo>
                    <a:lnTo>
                      <a:pt x="357" y="73"/>
                    </a:lnTo>
                    <a:lnTo>
                      <a:pt x="356" y="76"/>
                    </a:lnTo>
                    <a:lnTo>
                      <a:pt x="356" y="77"/>
                    </a:lnTo>
                    <a:lnTo>
                      <a:pt x="358" y="79"/>
                    </a:lnTo>
                    <a:lnTo>
                      <a:pt x="358" y="79"/>
                    </a:lnTo>
                    <a:lnTo>
                      <a:pt x="359" y="79"/>
                    </a:lnTo>
                    <a:lnTo>
                      <a:pt x="362" y="78"/>
                    </a:lnTo>
                    <a:lnTo>
                      <a:pt x="364" y="75"/>
                    </a:lnTo>
                    <a:lnTo>
                      <a:pt x="366" y="73"/>
                    </a:lnTo>
                    <a:lnTo>
                      <a:pt x="369" y="71"/>
                    </a:lnTo>
                    <a:lnTo>
                      <a:pt x="372" y="70"/>
                    </a:lnTo>
                    <a:lnTo>
                      <a:pt x="373" y="71"/>
                    </a:lnTo>
                    <a:lnTo>
                      <a:pt x="372" y="73"/>
                    </a:lnTo>
                    <a:lnTo>
                      <a:pt x="370" y="74"/>
                    </a:lnTo>
                    <a:lnTo>
                      <a:pt x="366" y="78"/>
                    </a:lnTo>
                    <a:lnTo>
                      <a:pt x="365" y="80"/>
                    </a:lnTo>
                    <a:lnTo>
                      <a:pt x="365" y="81"/>
                    </a:lnTo>
                    <a:lnTo>
                      <a:pt x="366" y="81"/>
                    </a:lnTo>
                    <a:lnTo>
                      <a:pt x="367" y="82"/>
                    </a:lnTo>
                    <a:lnTo>
                      <a:pt x="368" y="82"/>
                    </a:lnTo>
                    <a:lnTo>
                      <a:pt x="369" y="81"/>
                    </a:lnTo>
                    <a:lnTo>
                      <a:pt x="370" y="81"/>
                    </a:lnTo>
                    <a:lnTo>
                      <a:pt x="373" y="80"/>
                    </a:lnTo>
                    <a:lnTo>
                      <a:pt x="375" y="78"/>
                    </a:lnTo>
                    <a:lnTo>
                      <a:pt x="376" y="78"/>
                    </a:lnTo>
                    <a:lnTo>
                      <a:pt x="377" y="77"/>
                    </a:lnTo>
                    <a:lnTo>
                      <a:pt x="378" y="76"/>
                    </a:lnTo>
                    <a:lnTo>
                      <a:pt x="380" y="76"/>
                    </a:lnTo>
                    <a:lnTo>
                      <a:pt x="382" y="77"/>
                    </a:lnTo>
                    <a:lnTo>
                      <a:pt x="384" y="78"/>
                    </a:lnTo>
                    <a:lnTo>
                      <a:pt x="385" y="79"/>
                    </a:lnTo>
                    <a:lnTo>
                      <a:pt x="389" y="82"/>
                    </a:lnTo>
                    <a:lnTo>
                      <a:pt x="390" y="84"/>
                    </a:lnTo>
                    <a:lnTo>
                      <a:pt x="391" y="85"/>
                    </a:lnTo>
                    <a:lnTo>
                      <a:pt x="390" y="86"/>
                    </a:lnTo>
                    <a:lnTo>
                      <a:pt x="389" y="86"/>
                    </a:lnTo>
                    <a:lnTo>
                      <a:pt x="388" y="87"/>
                    </a:lnTo>
                    <a:lnTo>
                      <a:pt x="388" y="88"/>
                    </a:lnTo>
                    <a:lnTo>
                      <a:pt x="389" y="89"/>
                    </a:lnTo>
                    <a:lnTo>
                      <a:pt x="392" y="90"/>
                    </a:lnTo>
                    <a:lnTo>
                      <a:pt x="397" y="93"/>
                    </a:lnTo>
                    <a:lnTo>
                      <a:pt x="404" y="96"/>
                    </a:lnTo>
                    <a:lnTo>
                      <a:pt x="407" y="96"/>
                    </a:lnTo>
                    <a:lnTo>
                      <a:pt x="410" y="96"/>
                    </a:lnTo>
                    <a:lnTo>
                      <a:pt x="413" y="96"/>
                    </a:lnTo>
                    <a:lnTo>
                      <a:pt x="416" y="96"/>
                    </a:lnTo>
                    <a:lnTo>
                      <a:pt x="418" y="98"/>
                    </a:lnTo>
                    <a:lnTo>
                      <a:pt x="418" y="101"/>
                    </a:lnTo>
                    <a:lnTo>
                      <a:pt x="416" y="104"/>
                    </a:lnTo>
                    <a:lnTo>
                      <a:pt x="412" y="107"/>
                    </a:lnTo>
                    <a:lnTo>
                      <a:pt x="410" y="109"/>
                    </a:lnTo>
                    <a:lnTo>
                      <a:pt x="410" y="112"/>
                    </a:lnTo>
                    <a:lnTo>
                      <a:pt x="411" y="115"/>
                    </a:lnTo>
                    <a:lnTo>
                      <a:pt x="413" y="116"/>
                    </a:lnTo>
                    <a:lnTo>
                      <a:pt x="417" y="116"/>
                    </a:lnTo>
                    <a:lnTo>
                      <a:pt x="420" y="116"/>
                    </a:lnTo>
                    <a:lnTo>
                      <a:pt x="423" y="117"/>
                    </a:lnTo>
                    <a:lnTo>
                      <a:pt x="437" y="121"/>
                    </a:lnTo>
                    <a:lnTo>
                      <a:pt x="451" y="125"/>
                    </a:lnTo>
                    <a:lnTo>
                      <a:pt x="451" y="125"/>
                    </a:lnTo>
                    <a:lnTo>
                      <a:pt x="452" y="124"/>
                    </a:lnTo>
                    <a:lnTo>
                      <a:pt x="453" y="122"/>
                    </a:lnTo>
                    <a:lnTo>
                      <a:pt x="453" y="121"/>
                    </a:lnTo>
                    <a:lnTo>
                      <a:pt x="453" y="121"/>
                    </a:lnTo>
                    <a:lnTo>
                      <a:pt x="453" y="121"/>
                    </a:lnTo>
                    <a:lnTo>
                      <a:pt x="455" y="126"/>
                    </a:lnTo>
                    <a:lnTo>
                      <a:pt x="456" y="136"/>
                    </a:lnTo>
                    <a:lnTo>
                      <a:pt x="458" y="141"/>
                    </a:lnTo>
                    <a:lnTo>
                      <a:pt x="459" y="142"/>
                    </a:lnTo>
                    <a:lnTo>
                      <a:pt x="459" y="140"/>
                    </a:lnTo>
                    <a:lnTo>
                      <a:pt x="458" y="138"/>
                    </a:lnTo>
                    <a:lnTo>
                      <a:pt x="458" y="135"/>
                    </a:lnTo>
                    <a:lnTo>
                      <a:pt x="458" y="132"/>
                    </a:lnTo>
                    <a:lnTo>
                      <a:pt x="458" y="130"/>
                    </a:lnTo>
                    <a:lnTo>
                      <a:pt x="462" y="124"/>
                    </a:lnTo>
                    <a:lnTo>
                      <a:pt x="467" y="120"/>
                    </a:lnTo>
                    <a:lnTo>
                      <a:pt x="472" y="116"/>
                    </a:lnTo>
                    <a:lnTo>
                      <a:pt x="473" y="115"/>
                    </a:lnTo>
                    <a:lnTo>
                      <a:pt x="474" y="113"/>
                    </a:lnTo>
                    <a:lnTo>
                      <a:pt x="476" y="113"/>
                    </a:lnTo>
                    <a:lnTo>
                      <a:pt x="477" y="112"/>
                    </a:lnTo>
                    <a:lnTo>
                      <a:pt x="478" y="111"/>
                    </a:lnTo>
                    <a:lnTo>
                      <a:pt x="479" y="110"/>
                    </a:lnTo>
                    <a:lnTo>
                      <a:pt x="479" y="109"/>
                    </a:lnTo>
                    <a:lnTo>
                      <a:pt x="479" y="108"/>
                    </a:lnTo>
                    <a:lnTo>
                      <a:pt x="478" y="108"/>
                    </a:lnTo>
                    <a:lnTo>
                      <a:pt x="478" y="109"/>
                    </a:lnTo>
                    <a:lnTo>
                      <a:pt x="477" y="109"/>
                    </a:lnTo>
                    <a:lnTo>
                      <a:pt x="474" y="112"/>
                    </a:lnTo>
                    <a:lnTo>
                      <a:pt x="472" y="113"/>
                    </a:lnTo>
                    <a:lnTo>
                      <a:pt x="467" y="115"/>
                    </a:lnTo>
                    <a:lnTo>
                      <a:pt x="462" y="115"/>
                    </a:lnTo>
                    <a:lnTo>
                      <a:pt x="458" y="113"/>
                    </a:lnTo>
                    <a:lnTo>
                      <a:pt x="457" y="113"/>
                    </a:lnTo>
                    <a:lnTo>
                      <a:pt x="457" y="112"/>
                    </a:lnTo>
                    <a:lnTo>
                      <a:pt x="458" y="111"/>
                    </a:lnTo>
                    <a:lnTo>
                      <a:pt x="458" y="110"/>
                    </a:lnTo>
                    <a:lnTo>
                      <a:pt x="459" y="109"/>
                    </a:lnTo>
                    <a:lnTo>
                      <a:pt x="460" y="108"/>
                    </a:lnTo>
                    <a:lnTo>
                      <a:pt x="464" y="106"/>
                    </a:lnTo>
                    <a:lnTo>
                      <a:pt x="468" y="104"/>
                    </a:lnTo>
                    <a:lnTo>
                      <a:pt x="473" y="104"/>
                    </a:lnTo>
                    <a:lnTo>
                      <a:pt x="476" y="105"/>
                    </a:lnTo>
                    <a:lnTo>
                      <a:pt x="479" y="107"/>
                    </a:lnTo>
                    <a:lnTo>
                      <a:pt x="480" y="109"/>
                    </a:lnTo>
                    <a:lnTo>
                      <a:pt x="481" y="112"/>
                    </a:lnTo>
                    <a:lnTo>
                      <a:pt x="483" y="116"/>
                    </a:lnTo>
                    <a:lnTo>
                      <a:pt x="485" y="118"/>
                    </a:lnTo>
                    <a:lnTo>
                      <a:pt x="490" y="121"/>
                    </a:lnTo>
                    <a:lnTo>
                      <a:pt x="500" y="124"/>
                    </a:lnTo>
                    <a:lnTo>
                      <a:pt x="506" y="125"/>
                    </a:lnTo>
                    <a:lnTo>
                      <a:pt x="511" y="123"/>
                    </a:lnTo>
                    <a:lnTo>
                      <a:pt x="517" y="120"/>
                    </a:lnTo>
                    <a:lnTo>
                      <a:pt x="522" y="117"/>
                    </a:lnTo>
                    <a:lnTo>
                      <a:pt x="528" y="115"/>
                    </a:lnTo>
                    <a:lnTo>
                      <a:pt x="534" y="113"/>
                    </a:lnTo>
                    <a:lnTo>
                      <a:pt x="537" y="115"/>
                    </a:lnTo>
                    <a:lnTo>
                      <a:pt x="540" y="118"/>
                    </a:lnTo>
                    <a:lnTo>
                      <a:pt x="543" y="121"/>
                    </a:lnTo>
                    <a:lnTo>
                      <a:pt x="545" y="125"/>
                    </a:lnTo>
                    <a:lnTo>
                      <a:pt x="545" y="128"/>
                    </a:lnTo>
                    <a:lnTo>
                      <a:pt x="544" y="131"/>
                    </a:lnTo>
                    <a:lnTo>
                      <a:pt x="544" y="132"/>
                    </a:lnTo>
                    <a:lnTo>
                      <a:pt x="544" y="132"/>
                    </a:lnTo>
                    <a:lnTo>
                      <a:pt x="547" y="133"/>
                    </a:lnTo>
                    <a:lnTo>
                      <a:pt x="549" y="132"/>
                    </a:lnTo>
                    <a:lnTo>
                      <a:pt x="550" y="130"/>
                    </a:lnTo>
                    <a:lnTo>
                      <a:pt x="550" y="122"/>
                    </a:lnTo>
                    <a:lnTo>
                      <a:pt x="551" y="121"/>
                    </a:lnTo>
                    <a:lnTo>
                      <a:pt x="554" y="118"/>
                    </a:lnTo>
                    <a:lnTo>
                      <a:pt x="563" y="115"/>
                    </a:lnTo>
                    <a:lnTo>
                      <a:pt x="566" y="112"/>
                    </a:lnTo>
                    <a:lnTo>
                      <a:pt x="567" y="110"/>
                    </a:lnTo>
                    <a:lnTo>
                      <a:pt x="567" y="108"/>
                    </a:lnTo>
                    <a:lnTo>
                      <a:pt x="565" y="107"/>
                    </a:lnTo>
                    <a:lnTo>
                      <a:pt x="563" y="106"/>
                    </a:lnTo>
                    <a:lnTo>
                      <a:pt x="561" y="106"/>
                    </a:lnTo>
                    <a:lnTo>
                      <a:pt x="559" y="104"/>
                    </a:lnTo>
                    <a:lnTo>
                      <a:pt x="559" y="103"/>
                    </a:lnTo>
                    <a:lnTo>
                      <a:pt x="560" y="102"/>
                    </a:lnTo>
                    <a:lnTo>
                      <a:pt x="561" y="102"/>
                    </a:lnTo>
                    <a:lnTo>
                      <a:pt x="563" y="102"/>
                    </a:lnTo>
                    <a:lnTo>
                      <a:pt x="564" y="101"/>
                    </a:lnTo>
                    <a:lnTo>
                      <a:pt x="565" y="101"/>
                    </a:lnTo>
                    <a:lnTo>
                      <a:pt x="565" y="101"/>
                    </a:lnTo>
                    <a:lnTo>
                      <a:pt x="560" y="98"/>
                    </a:lnTo>
                    <a:lnTo>
                      <a:pt x="555" y="96"/>
                    </a:lnTo>
                    <a:lnTo>
                      <a:pt x="549" y="94"/>
                    </a:lnTo>
                    <a:lnTo>
                      <a:pt x="545" y="91"/>
                    </a:lnTo>
                    <a:lnTo>
                      <a:pt x="544" y="91"/>
                    </a:lnTo>
                    <a:lnTo>
                      <a:pt x="545" y="90"/>
                    </a:lnTo>
                    <a:lnTo>
                      <a:pt x="546" y="89"/>
                    </a:lnTo>
                    <a:lnTo>
                      <a:pt x="548" y="89"/>
                    </a:lnTo>
                    <a:lnTo>
                      <a:pt x="549" y="87"/>
                    </a:lnTo>
                    <a:lnTo>
                      <a:pt x="550" y="86"/>
                    </a:lnTo>
                    <a:lnTo>
                      <a:pt x="550" y="85"/>
                    </a:lnTo>
                    <a:lnTo>
                      <a:pt x="549" y="85"/>
                    </a:lnTo>
                    <a:lnTo>
                      <a:pt x="548" y="84"/>
                    </a:lnTo>
                    <a:lnTo>
                      <a:pt x="545" y="83"/>
                    </a:lnTo>
                    <a:lnTo>
                      <a:pt x="545" y="82"/>
                    </a:lnTo>
                    <a:lnTo>
                      <a:pt x="545" y="78"/>
                    </a:lnTo>
                    <a:lnTo>
                      <a:pt x="548" y="74"/>
                    </a:lnTo>
                    <a:lnTo>
                      <a:pt x="551" y="70"/>
                    </a:lnTo>
                    <a:lnTo>
                      <a:pt x="555" y="68"/>
                    </a:lnTo>
                    <a:lnTo>
                      <a:pt x="554" y="67"/>
                    </a:lnTo>
                    <a:lnTo>
                      <a:pt x="554" y="67"/>
                    </a:lnTo>
                    <a:lnTo>
                      <a:pt x="552" y="62"/>
                    </a:lnTo>
                    <a:lnTo>
                      <a:pt x="552" y="56"/>
                    </a:lnTo>
                    <a:lnTo>
                      <a:pt x="553" y="51"/>
                    </a:lnTo>
                    <a:lnTo>
                      <a:pt x="554" y="46"/>
                    </a:lnTo>
                    <a:lnTo>
                      <a:pt x="555" y="41"/>
                    </a:lnTo>
                    <a:lnTo>
                      <a:pt x="559" y="44"/>
                    </a:lnTo>
                    <a:lnTo>
                      <a:pt x="567" y="50"/>
                    </a:lnTo>
                    <a:lnTo>
                      <a:pt x="570" y="53"/>
                    </a:lnTo>
                    <a:lnTo>
                      <a:pt x="572" y="57"/>
                    </a:lnTo>
                    <a:lnTo>
                      <a:pt x="572" y="59"/>
                    </a:lnTo>
                    <a:lnTo>
                      <a:pt x="568" y="62"/>
                    </a:lnTo>
                    <a:lnTo>
                      <a:pt x="565" y="64"/>
                    </a:lnTo>
                    <a:lnTo>
                      <a:pt x="561" y="67"/>
                    </a:lnTo>
                    <a:lnTo>
                      <a:pt x="563" y="69"/>
                    </a:lnTo>
                    <a:lnTo>
                      <a:pt x="565" y="75"/>
                    </a:lnTo>
                    <a:lnTo>
                      <a:pt x="566" y="80"/>
                    </a:lnTo>
                    <a:lnTo>
                      <a:pt x="567" y="87"/>
                    </a:lnTo>
                    <a:lnTo>
                      <a:pt x="568" y="92"/>
                    </a:lnTo>
                    <a:lnTo>
                      <a:pt x="568" y="96"/>
                    </a:lnTo>
                    <a:lnTo>
                      <a:pt x="568" y="98"/>
                    </a:lnTo>
                    <a:lnTo>
                      <a:pt x="569" y="99"/>
                    </a:lnTo>
                    <a:lnTo>
                      <a:pt x="570" y="99"/>
                    </a:lnTo>
                    <a:lnTo>
                      <a:pt x="573" y="99"/>
                    </a:lnTo>
                    <a:lnTo>
                      <a:pt x="574" y="100"/>
                    </a:lnTo>
                    <a:lnTo>
                      <a:pt x="575" y="100"/>
                    </a:lnTo>
                    <a:lnTo>
                      <a:pt x="576" y="101"/>
                    </a:lnTo>
                    <a:lnTo>
                      <a:pt x="582" y="104"/>
                    </a:lnTo>
                    <a:lnTo>
                      <a:pt x="587" y="109"/>
                    </a:lnTo>
                    <a:lnTo>
                      <a:pt x="587" y="111"/>
                    </a:lnTo>
                    <a:lnTo>
                      <a:pt x="587" y="116"/>
                    </a:lnTo>
                    <a:lnTo>
                      <a:pt x="588" y="118"/>
                    </a:lnTo>
                    <a:lnTo>
                      <a:pt x="589" y="118"/>
                    </a:lnTo>
                    <a:lnTo>
                      <a:pt x="590" y="116"/>
                    </a:lnTo>
                    <a:lnTo>
                      <a:pt x="591" y="113"/>
                    </a:lnTo>
                    <a:lnTo>
                      <a:pt x="592" y="110"/>
                    </a:lnTo>
                    <a:lnTo>
                      <a:pt x="593" y="107"/>
                    </a:lnTo>
                    <a:lnTo>
                      <a:pt x="594" y="104"/>
                    </a:lnTo>
                    <a:lnTo>
                      <a:pt x="596" y="103"/>
                    </a:lnTo>
                    <a:lnTo>
                      <a:pt x="599" y="104"/>
                    </a:lnTo>
                    <a:lnTo>
                      <a:pt x="602" y="107"/>
                    </a:lnTo>
                    <a:lnTo>
                      <a:pt x="604" y="111"/>
                    </a:lnTo>
                    <a:lnTo>
                      <a:pt x="606" y="115"/>
                    </a:lnTo>
                    <a:lnTo>
                      <a:pt x="606" y="116"/>
                    </a:lnTo>
                    <a:lnTo>
                      <a:pt x="603" y="116"/>
                    </a:lnTo>
                    <a:lnTo>
                      <a:pt x="602" y="116"/>
                    </a:lnTo>
                    <a:lnTo>
                      <a:pt x="602" y="116"/>
                    </a:lnTo>
                    <a:lnTo>
                      <a:pt x="602" y="117"/>
                    </a:lnTo>
                    <a:lnTo>
                      <a:pt x="607" y="124"/>
                    </a:lnTo>
                    <a:lnTo>
                      <a:pt x="614" y="131"/>
                    </a:lnTo>
                    <a:lnTo>
                      <a:pt x="615" y="131"/>
                    </a:lnTo>
                    <a:lnTo>
                      <a:pt x="615" y="130"/>
                    </a:lnTo>
                    <a:lnTo>
                      <a:pt x="616" y="129"/>
                    </a:lnTo>
                    <a:lnTo>
                      <a:pt x="616" y="129"/>
                    </a:lnTo>
                    <a:lnTo>
                      <a:pt x="617" y="129"/>
                    </a:lnTo>
                    <a:lnTo>
                      <a:pt x="617" y="129"/>
                    </a:lnTo>
                    <a:lnTo>
                      <a:pt x="618" y="130"/>
                    </a:lnTo>
                    <a:lnTo>
                      <a:pt x="618" y="129"/>
                    </a:lnTo>
                    <a:lnTo>
                      <a:pt x="617" y="128"/>
                    </a:lnTo>
                    <a:lnTo>
                      <a:pt x="617" y="126"/>
                    </a:lnTo>
                    <a:lnTo>
                      <a:pt x="617" y="125"/>
                    </a:lnTo>
                    <a:lnTo>
                      <a:pt x="617" y="124"/>
                    </a:lnTo>
                    <a:lnTo>
                      <a:pt x="619" y="118"/>
                    </a:lnTo>
                    <a:lnTo>
                      <a:pt x="621" y="111"/>
                    </a:lnTo>
                    <a:lnTo>
                      <a:pt x="623" y="105"/>
                    </a:lnTo>
                    <a:lnTo>
                      <a:pt x="626" y="99"/>
                    </a:lnTo>
                    <a:lnTo>
                      <a:pt x="630" y="95"/>
                    </a:lnTo>
                    <a:lnTo>
                      <a:pt x="634" y="94"/>
                    </a:lnTo>
                    <a:lnTo>
                      <a:pt x="637" y="94"/>
                    </a:lnTo>
                    <a:lnTo>
                      <a:pt x="641" y="96"/>
                    </a:lnTo>
                    <a:lnTo>
                      <a:pt x="645" y="98"/>
                    </a:lnTo>
                    <a:lnTo>
                      <a:pt x="648" y="101"/>
                    </a:lnTo>
                    <a:lnTo>
                      <a:pt x="649" y="101"/>
                    </a:lnTo>
                    <a:lnTo>
                      <a:pt x="648" y="102"/>
                    </a:lnTo>
                    <a:lnTo>
                      <a:pt x="646" y="103"/>
                    </a:lnTo>
                    <a:lnTo>
                      <a:pt x="645" y="105"/>
                    </a:lnTo>
                    <a:lnTo>
                      <a:pt x="645" y="106"/>
                    </a:lnTo>
                    <a:lnTo>
                      <a:pt x="645" y="106"/>
                    </a:lnTo>
                    <a:lnTo>
                      <a:pt x="646" y="107"/>
                    </a:lnTo>
                    <a:lnTo>
                      <a:pt x="647" y="107"/>
                    </a:lnTo>
                    <a:lnTo>
                      <a:pt x="648" y="107"/>
                    </a:lnTo>
                    <a:lnTo>
                      <a:pt x="649" y="107"/>
                    </a:lnTo>
                    <a:lnTo>
                      <a:pt x="650" y="108"/>
                    </a:lnTo>
                    <a:lnTo>
                      <a:pt x="651" y="108"/>
                    </a:lnTo>
                    <a:lnTo>
                      <a:pt x="653" y="112"/>
                    </a:lnTo>
                    <a:lnTo>
                      <a:pt x="655" y="117"/>
                    </a:lnTo>
                    <a:lnTo>
                      <a:pt x="656" y="122"/>
                    </a:lnTo>
                    <a:lnTo>
                      <a:pt x="656" y="128"/>
                    </a:lnTo>
                    <a:lnTo>
                      <a:pt x="656" y="133"/>
                    </a:lnTo>
                    <a:lnTo>
                      <a:pt x="654" y="137"/>
                    </a:lnTo>
                    <a:lnTo>
                      <a:pt x="650" y="140"/>
                    </a:lnTo>
                    <a:lnTo>
                      <a:pt x="645" y="143"/>
                    </a:lnTo>
                    <a:lnTo>
                      <a:pt x="644" y="143"/>
                    </a:lnTo>
                    <a:lnTo>
                      <a:pt x="643" y="142"/>
                    </a:lnTo>
                    <a:lnTo>
                      <a:pt x="641" y="139"/>
                    </a:lnTo>
                    <a:lnTo>
                      <a:pt x="641" y="138"/>
                    </a:lnTo>
                    <a:lnTo>
                      <a:pt x="640" y="136"/>
                    </a:lnTo>
                    <a:lnTo>
                      <a:pt x="639" y="135"/>
                    </a:lnTo>
                    <a:lnTo>
                      <a:pt x="634" y="134"/>
                    </a:lnTo>
                    <a:lnTo>
                      <a:pt x="631" y="133"/>
                    </a:lnTo>
                    <a:lnTo>
                      <a:pt x="629" y="134"/>
                    </a:lnTo>
                    <a:lnTo>
                      <a:pt x="629" y="135"/>
                    </a:lnTo>
                    <a:lnTo>
                      <a:pt x="631" y="138"/>
                    </a:lnTo>
                    <a:lnTo>
                      <a:pt x="635" y="140"/>
                    </a:lnTo>
                    <a:lnTo>
                      <a:pt x="639" y="143"/>
                    </a:lnTo>
                    <a:lnTo>
                      <a:pt x="643" y="145"/>
                    </a:lnTo>
                    <a:lnTo>
                      <a:pt x="642" y="145"/>
                    </a:lnTo>
                    <a:lnTo>
                      <a:pt x="641" y="145"/>
                    </a:lnTo>
                    <a:lnTo>
                      <a:pt x="640" y="144"/>
                    </a:lnTo>
                    <a:lnTo>
                      <a:pt x="639" y="143"/>
                    </a:lnTo>
                    <a:lnTo>
                      <a:pt x="638" y="143"/>
                    </a:lnTo>
                    <a:lnTo>
                      <a:pt x="637" y="143"/>
                    </a:lnTo>
                    <a:lnTo>
                      <a:pt x="635" y="143"/>
                    </a:lnTo>
                    <a:lnTo>
                      <a:pt x="636" y="143"/>
                    </a:lnTo>
                    <a:lnTo>
                      <a:pt x="636" y="144"/>
                    </a:lnTo>
                    <a:lnTo>
                      <a:pt x="637" y="144"/>
                    </a:lnTo>
                    <a:lnTo>
                      <a:pt x="638" y="145"/>
                    </a:lnTo>
                    <a:lnTo>
                      <a:pt x="638" y="146"/>
                    </a:lnTo>
                    <a:lnTo>
                      <a:pt x="636" y="147"/>
                    </a:lnTo>
                    <a:lnTo>
                      <a:pt x="634" y="146"/>
                    </a:lnTo>
                    <a:lnTo>
                      <a:pt x="632" y="146"/>
                    </a:lnTo>
                    <a:lnTo>
                      <a:pt x="631" y="145"/>
                    </a:lnTo>
                    <a:lnTo>
                      <a:pt x="630" y="144"/>
                    </a:lnTo>
                    <a:lnTo>
                      <a:pt x="629" y="142"/>
                    </a:lnTo>
                    <a:lnTo>
                      <a:pt x="629" y="142"/>
                    </a:lnTo>
                    <a:lnTo>
                      <a:pt x="629" y="140"/>
                    </a:lnTo>
                    <a:lnTo>
                      <a:pt x="628" y="140"/>
                    </a:lnTo>
                    <a:lnTo>
                      <a:pt x="627" y="140"/>
                    </a:lnTo>
                    <a:lnTo>
                      <a:pt x="624" y="145"/>
                    </a:lnTo>
                    <a:lnTo>
                      <a:pt x="621" y="150"/>
                    </a:lnTo>
                    <a:lnTo>
                      <a:pt x="619" y="156"/>
                    </a:lnTo>
                    <a:lnTo>
                      <a:pt x="616" y="160"/>
                    </a:lnTo>
                    <a:lnTo>
                      <a:pt x="615" y="161"/>
                    </a:lnTo>
                    <a:lnTo>
                      <a:pt x="614" y="161"/>
                    </a:lnTo>
                    <a:lnTo>
                      <a:pt x="616" y="161"/>
                    </a:lnTo>
                    <a:lnTo>
                      <a:pt x="617" y="162"/>
                    </a:lnTo>
                    <a:lnTo>
                      <a:pt x="618" y="162"/>
                    </a:lnTo>
                    <a:lnTo>
                      <a:pt x="619" y="163"/>
                    </a:lnTo>
                    <a:lnTo>
                      <a:pt x="620" y="164"/>
                    </a:lnTo>
                    <a:lnTo>
                      <a:pt x="620" y="167"/>
                    </a:lnTo>
                    <a:lnTo>
                      <a:pt x="619" y="170"/>
                    </a:lnTo>
                    <a:lnTo>
                      <a:pt x="617" y="174"/>
                    </a:lnTo>
                    <a:lnTo>
                      <a:pt x="613" y="178"/>
                    </a:lnTo>
                    <a:lnTo>
                      <a:pt x="610" y="180"/>
                    </a:lnTo>
                    <a:lnTo>
                      <a:pt x="607" y="181"/>
                    </a:lnTo>
                    <a:lnTo>
                      <a:pt x="606" y="181"/>
                    </a:lnTo>
                    <a:lnTo>
                      <a:pt x="605" y="180"/>
                    </a:lnTo>
                    <a:lnTo>
                      <a:pt x="604" y="179"/>
                    </a:lnTo>
                    <a:lnTo>
                      <a:pt x="603" y="179"/>
                    </a:lnTo>
                    <a:lnTo>
                      <a:pt x="602" y="179"/>
                    </a:lnTo>
                    <a:lnTo>
                      <a:pt x="602" y="179"/>
                    </a:lnTo>
                    <a:lnTo>
                      <a:pt x="603" y="180"/>
                    </a:lnTo>
                    <a:lnTo>
                      <a:pt x="604" y="181"/>
                    </a:lnTo>
                    <a:lnTo>
                      <a:pt x="605" y="181"/>
                    </a:lnTo>
                    <a:lnTo>
                      <a:pt x="605" y="182"/>
                    </a:lnTo>
                    <a:lnTo>
                      <a:pt x="603" y="181"/>
                    </a:lnTo>
                    <a:lnTo>
                      <a:pt x="600" y="180"/>
                    </a:lnTo>
                    <a:lnTo>
                      <a:pt x="598" y="179"/>
                    </a:lnTo>
                    <a:lnTo>
                      <a:pt x="596" y="179"/>
                    </a:lnTo>
                    <a:lnTo>
                      <a:pt x="595" y="180"/>
                    </a:lnTo>
                    <a:lnTo>
                      <a:pt x="595" y="181"/>
                    </a:lnTo>
                    <a:lnTo>
                      <a:pt x="595" y="182"/>
                    </a:lnTo>
                    <a:lnTo>
                      <a:pt x="595" y="183"/>
                    </a:lnTo>
                    <a:lnTo>
                      <a:pt x="595" y="184"/>
                    </a:lnTo>
                    <a:lnTo>
                      <a:pt x="596" y="185"/>
                    </a:lnTo>
                    <a:lnTo>
                      <a:pt x="596" y="186"/>
                    </a:lnTo>
                    <a:lnTo>
                      <a:pt x="595" y="188"/>
                    </a:lnTo>
                    <a:lnTo>
                      <a:pt x="594" y="188"/>
                    </a:lnTo>
                    <a:lnTo>
                      <a:pt x="593" y="189"/>
                    </a:lnTo>
                    <a:lnTo>
                      <a:pt x="580" y="189"/>
                    </a:lnTo>
                    <a:lnTo>
                      <a:pt x="577" y="188"/>
                    </a:lnTo>
                    <a:lnTo>
                      <a:pt x="577" y="188"/>
                    </a:lnTo>
                    <a:lnTo>
                      <a:pt x="576" y="189"/>
                    </a:lnTo>
                    <a:lnTo>
                      <a:pt x="575" y="189"/>
                    </a:lnTo>
                    <a:lnTo>
                      <a:pt x="575" y="189"/>
                    </a:lnTo>
                    <a:lnTo>
                      <a:pt x="575" y="190"/>
                    </a:lnTo>
                    <a:lnTo>
                      <a:pt x="579" y="192"/>
                    </a:lnTo>
                    <a:lnTo>
                      <a:pt x="583" y="193"/>
                    </a:lnTo>
                    <a:lnTo>
                      <a:pt x="588" y="194"/>
                    </a:lnTo>
                    <a:lnTo>
                      <a:pt x="592" y="197"/>
                    </a:lnTo>
                    <a:lnTo>
                      <a:pt x="592" y="198"/>
                    </a:lnTo>
                    <a:lnTo>
                      <a:pt x="591" y="199"/>
                    </a:lnTo>
                    <a:lnTo>
                      <a:pt x="589" y="200"/>
                    </a:lnTo>
                    <a:lnTo>
                      <a:pt x="588" y="200"/>
                    </a:lnTo>
                    <a:lnTo>
                      <a:pt x="587" y="201"/>
                    </a:lnTo>
                    <a:lnTo>
                      <a:pt x="586" y="201"/>
                    </a:lnTo>
                    <a:lnTo>
                      <a:pt x="581" y="203"/>
                    </a:lnTo>
                    <a:lnTo>
                      <a:pt x="577" y="204"/>
                    </a:lnTo>
                    <a:lnTo>
                      <a:pt x="572" y="206"/>
                    </a:lnTo>
                    <a:lnTo>
                      <a:pt x="568" y="208"/>
                    </a:lnTo>
                    <a:lnTo>
                      <a:pt x="568" y="209"/>
                    </a:lnTo>
                    <a:lnTo>
                      <a:pt x="569" y="209"/>
                    </a:lnTo>
                    <a:lnTo>
                      <a:pt x="570" y="209"/>
                    </a:lnTo>
                    <a:lnTo>
                      <a:pt x="572" y="210"/>
                    </a:lnTo>
                    <a:lnTo>
                      <a:pt x="572" y="210"/>
                    </a:lnTo>
                    <a:lnTo>
                      <a:pt x="573" y="211"/>
                    </a:lnTo>
                    <a:lnTo>
                      <a:pt x="573" y="211"/>
                    </a:lnTo>
                    <a:lnTo>
                      <a:pt x="572" y="212"/>
                    </a:lnTo>
                    <a:lnTo>
                      <a:pt x="571" y="213"/>
                    </a:lnTo>
                    <a:lnTo>
                      <a:pt x="569" y="213"/>
                    </a:lnTo>
                    <a:lnTo>
                      <a:pt x="568" y="213"/>
                    </a:lnTo>
                    <a:lnTo>
                      <a:pt x="567" y="214"/>
                    </a:lnTo>
                    <a:lnTo>
                      <a:pt x="566" y="214"/>
                    </a:lnTo>
                    <a:lnTo>
                      <a:pt x="565" y="215"/>
                    </a:lnTo>
                    <a:lnTo>
                      <a:pt x="565" y="216"/>
                    </a:lnTo>
                    <a:lnTo>
                      <a:pt x="565" y="216"/>
                    </a:lnTo>
                    <a:lnTo>
                      <a:pt x="566" y="217"/>
                    </a:lnTo>
                    <a:lnTo>
                      <a:pt x="567" y="217"/>
                    </a:lnTo>
                    <a:lnTo>
                      <a:pt x="568" y="217"/>
                    </a:lnTo>
                    <a:lnTo>
                      <a:pt x="568" y="218"/>
                    </a:lnTo>
                    <a:lnTo>
                      <a:pt x="568" y="218"/>
                    </a:lnTo>
                    <a:lnTo>
                      <a:pt x="567" y="220"/>
                    </a:lnTo>
                    <a:lnTo>
                      <a:pt x="565" y="222"/>
                    </a:lnTo>
                    <a:lnTo>
                      <a:pt x="562" y="224"/>
                    </a:lnTo>
                    <a:lnTo>
                      <a:pt x="560" y="227"/>
                    </a:lnTo>
                    <a:lnTo>
                      <a:pt x="556" y="232"/>
                    </a:lnTo>
                    <a:lnTo>
                      <a:pt x="553" y="239"/>
                    </a:lnTo>
                    <a:lnTo>
                      <a:pt x="553" y="240"/>
                    </a:lnTo>
                    <a:lnTo>
                      <a:pt x="554" y="241"/>
                    </a:lnTo>
                    <a:lnTo>
                      <a:pt x="555" y="241"/>
                    </a:lnTo>
                    <a:lnTo>
                      <a:pt x="555" y="241"/>
                    </a:lnTo>
                    <a:lnTo>
                      <a:pt x="556" y="257"/>
                    </a:lnTo>
                    <a:lnTo>
                      <a:pt x="558" y="274"/>
                    </a:lnTo>
                    <a:lnTo>
                      <a:pt x="559" y="273"/>
                    </a:lnTo>
                    <a:lnTo>
                      <a:pt x="559" y="270"/>
                    </a:lnTo>
                    <a:lnTo>
                      <a:pt x="560" y="269"/>
                    </a:lnTo>
                    <a:lnTo>
                      <a:pt x="563" y="268"/>
                    </a:lnTo>
                    <a:lnTo>
                      <a:pt x="566" y="268"/>
                    </a:lnTo>
                    <a:lnTo>
                      <a:pt x="569" y="269"/>
                    </a:lnTo>
                    <a:lnTo>
                      <a:pt x="570" y="270"/>
                    </a:lnTo>
                    <a:lnTo>
                      <a:pt x="570" y="271"/>
                    </a:lnTo>
                    <a:lnTo>
                      <a:pt x="571" y="272"/>
                    </a:lnTo>
                    <a:lnTo>
                      <a:pt x="571" y="274"/>
                    </a:lnTo>
                    <a:lnTo>
                      <a:pt x="572" y="275"/>
                    </a:lnTo>
                    <a:lnTo>
                      <a:pt x="574" y="281"/>
                    </a:lnTo>
                    <a:lnTo>
                      <a:pt x="577" y="288"/>
                    </a:lnTo>
                    <a:lnTo>
                      <a:pt x="579" y="294"/>
                    </a:lnTo>
                    <a:lnTo>
                      <a:pt x="578" y="295"/>
                    </a:lnTo>
                    <a:lnTo>
                      <a:pt x="578" y="297"/>
                    </a:lnTo>
                    <a:lnTo>
                      <a:pt x="576" y="298"/>
                    </a:lnTo>
                    <a:lnTo>
                      <a:pt x="574" y="300"/>
                    </a:lnTo>
                    <a:lnTo>
                      <a:pt x="574" y="301"/>
                    </a:lnTo>
                    <a:lnTo>
                      <a:pt x="574" y="302"/>
                    </a:lnTo>
                    <a:lnTo>
                      <a:pt x="574" y="302"/>
                    </a:lnTo>
                    <a:lnTo>
                      <a:pt x="576" y="302"/>
                    </a:lnTo>
                    <a:lnTo>
                      <a:pt x="577" y="302"/>
                    </a:lnTo>
                    <a:lnTo>
                      <a:pt x="579" y="299"/>
                    </a:lnTo>
                    <a:lnTo>
                      <a:pt x="580" y="299"/>
                    </a:lnTo>
                    <a:lnTo>
                      <a:pt x="587" y="297"/>
                    </a:lnTo>
                    <a:lnTo>
                      <a:pt x="594" y="295"/>
                    </a:lnTo>
                    <a:lnTo>
                      <a:pt x="597" y="295"/>
                    </a:lnTo>
                    <a:lnTo>
                      <a:pt x="599" y="296"/>
                    </a:lnTo>
                    <a:lnTo>
                      <a:pt x="601" y="297"/>
                    </a:lnTo>
                    <a:lnTo>
                      <a:pt x="603" y="298"/>
                    </a:lnTo>
                    <a:lnTo>
                      <a:pt x="606" y="299"/>
                    </a:lnTo>
                    <a:lnTo>
                      <a:pt x="610" y="300"/>
                    </a:lnTo>
                    <a:lnTo>
                      <a:pt x="615" y="301"/>
                    </a:lnTo>
                    <a:lnTo>
                      <a:pt x="619" y="302"/>
                    </a:lnTo>
                    <a:lnTo>
                      <a:pt x="624" y="304"/>
                    </a:lnTo>
                    <a:lnTo>
                      <a:pt x="626" y="306"/>
                    </a:lnTo>
                    <a:lnTo>
                      <a:pt x="628" y="308"/>
                    </a:lnTo>
                    <a:lnTo>
                      <a:pt x="630" y="310"/>
                    </a:lnTo>
                    <a:lnTo>
                      <a:pt x="631" y="313"/>
                    </a:lnTo>
                    <a:lnTo>
                      <a:pt x="634" y="316"/>
                    </a:lnTo>
                    <a:lnTo>
                      <a:pt x="634" y="316"/>
                    </a:lnTo>
                    <a:lnTo>
                      <a:pt x="634" y="315"/>
                    </a:lnTo>
                    <a:lnTo>
                      <a:pt x="642" y="317"/>
                    </a:lnTo>
                    <a:lnTo>
                      <a:pt x="656" y="323"/>
                    </a:lnTo>
                    <a:lnTo>
                      <a:pt x="663" y="326"/>
                    </a:lnTo>
                    <a:lnTo>
                      <a:pt x="664" y="327"/>
                    </a:lnTo>
                    <a:lnTo>
                      <a:pt x="664" y="328"/>
                    </a:lnTo>
                    <a:lnTo>
                      <a:pt x="663" y="328"/>
                    </a:lnTo>
                    <a:lnTo>
                      <a:pt x="662" y="330"/>
                    </a:lnTo>
                    <a:lnTo>
                      <a:pt x="661" y="332"/>
                    </a:lnTo>
                    <a:lnTo>
                      <a:pt x="661" y="333"/>
                    </a:lnTo>
                    <a:lnTo>
                      <a:pt x="661" y="333"/>
                    </a:lnTo>
                    <a:lnTo>
                      <a:pt x="669" y="333"/>
                    </a:lnTo>
                    <a:lnTo>
                      <a:pt x="676" y="332"/>
                    </a:lnTo>
                    <a:lnTo>
                      <a:pt x="684" y="331"/>
                    </a:lnTo>
                    <a:lnTo>
                      <a:pt x="691" y="331"/>
                    </a:lnTo>
                    <a:lnTo>
                      <a:pt x="698" y="332"/>
                    </a:lnTo>
                    <a:lnTo>
                      <a:pt x="701" y="335"/>
                    </a:lnTo>
                    <a:lnTo>
                      <a:pt x="702" y="340"/>
                    </a:lnTo>
                    <a:lnTo>
                      <a:pt x="703" y="346"/>
                    </a:lnTo>
                    <a:lnTo>
                      <a:pt x="703" y="352"/>
                    </a:lnTo>
                    <a:lnTo>
                      <a:pt x="703" y="359"/>
                    </a:lnTo>
                    <a:lnTo>
                      <a:pt x="704" y="364"/>
                    </a:lnTo>
                    <a:lnTo>
                      <a:pt x="704" y="367"/>
                    </a:lnTo>
                    <a:lnTo>
                      <a:pt x="706" y="374"/>
                    </a:lnTo>
                    <a:lnTo>
                      <a:pt x="708" y="378"/>
                    </a:lnTo>
                    <a:lnTo>
                      <a:pt x="710" y="380"/>
                    </a:lnTo>
                    <a:lnTo>
                      <a:pt x="712" y="381"/>
                    </a:lnTo>
                    <a:lnTo>
                      <a:pt x="715" y="381"/>
                    </a:lnTo>
                    <a:lnTo>
                      <a:pt x="717" y="382"/>
                    </a:lnTo>
                    <a:lnTo>
                      <a:pt x="720" y="383"/>
                    </a:lnTo>
                    <a:lnTo>
                      <a:pt x="724" y="385"/>
                    </a:lnTo>
                    <a:lnTo>
                      <a:pt x="730" y="388"/>
                    </a:lnTo>
                    <a:lnTo>
                      <a:pt x="732" y="391"/>
                    </a:lnTo>
                    <a:lnTo>
                      <a:pt x="733" y="394"/>
                    </a:lnTo>
                    <a:lnTo>
                      <a:pt x="733" y="396"/>
                    </a:lnTo>
                    <a:lnTo>
                      <a:pt x="733" y="395"/>
                    </a:lnTo>
                    <a:lnTo>
                      <a:pt x="737" y="396"/>
                    </a:lnTo>
                    <a:lnTo>
                      <a:pt x="741" y="398"/>
                    </a:lnTo>
                    <a:lnTo>
                      <a:pt x="744" y="400"/>
                    </a:lnTo>
                    <a:lnTo>
                      <a:pt x="746" y="402"/>
                    </a:lnTo>
                    <a:lnTo>
                      <a:pt x="747" y="402"/>
                    </a:lnTo>
                    <a:lnTo>
                      <a:pt x="747" y="404"/>
                    </a:lnTo>
                    <a:lnTo>
                      <a:pt x="748" y="405"/>
                    </a:lnTo>
                    <a:lnTo>
                      <a:pt x="749" y="406"/>
                    </a:lnTo>
                    <a:lnTo>
                      <a:pt x="749" y="406"/>
                    </a:lnTo>
                    <a:lnTo>
                      <a:pt x="749" y="406"/>
                    </a:lnTo>
                    <a:lnTo>
                      <a:pt x="747" y="401"/>
                    </a:lnTo>
                    <a:lnTo>
                      <a:pt x="744" y="397"/>
                    </a:lnTo>
                    <a:lnTo>
                      <a:pt x="741" y="393"/>
                    </a:lnTo>
                    <a:lnTo>
                      <a:pt x="741" y="391"/>
                    </a:lnTo>
                    <a:lnTo>
                      <a:pt x="742" y="389"/>
                    </a:lnTo>
                    <a:lnTo>
                      <a:pt x="744" y="387"/>
                    </a:lnTo>
                    <a:lnTo>
                      <a:pt x="745" y="387"/>
                    </a:lnTo>
                    <a:lnTo>
                      <a:pt x="747" y="389"/>
                    </a:lnTo>
                    <a:lnTo>
                      <a:pt x="750" y="394"/>
                    </a:lnTo>
                    <a:lnTo>
                      <a:pt x="752" y="396"/>
                    </a:lnTo>
                    <a:lnTo>
                      <a:pt x="753" y="396"/>
                    </a:lnTo>
                    <a:lnTo>
                      <a:pt x="753" y="395"/>
                    </a:lnTo>
                    <a:lnTo>
                      <a:pt x="754" y="394"/>
                    </a:lnTo>
                    <a:lnTo>
                      <a:pt x="754" y="391"/>
                    </a:lnTo>
                    <a:lnTo>
                      <a:pt x="753" y="389"/>
                    </a:lnTo>
                    <a:lnTo>
                      <a:pt x="752" y="388"/>
                    </a:lnTo>
                    <a:lnTo>
                      <a:pt x="751" y="388"/>
                    </a:lnTo>
                    <a:lnTo>
                      <a:pt x="750" y="387"/>
                    </a:lnTo>
                    <a:lnTo>
                      <a:pt x="749" y="386"/>
                    </a:lnTo>
                    <a:lnTo>
                      <a:pt x="749" y="386"/>
                    </a:lnTo>
                    <a:lnTo>
                      <a:pt x="748" y="385"/>
                    </a:lnTo>
                    <a:lnTo>
                      <a:pt x="749" y="382"/>
                    </a:lnTo>
                    <a:lnTo>
                      <a:pt x="751" y="380"/>
                    </a:lnTo>
                    <a:lnTo>
                      <a:pt x="752" y="378"/>
                    </a:lnTo>
                    <a:lnTo>
                      <a:pt x="753" y="375"/>
                    </a:lnTo>
                    <a:lnTo>
                      <a:pt x="752" y="373"/>
                    </a:lnTo>
                    <a:lnTo>
                      <a:pt x="750" y="370"/>
                    </a:lnTo>
                    <a:lnTo>
                      <a:pt x="747" y="367"/>
                    </a:lnTo>
                    <a:lnTo>
                      <a:pt x="745" y="364"/>
                    </a:lnTo>
                    <a:lnTo>
                      <a:pt x="743" y="362"/>
                    </a:lnTo>
                    <a:lnTo>
                      <a:pt x="742" y="358"/>
                    </a:lnTo>
                    <a:lnTo>
                      <a:pt x="741" y="353"/>
                    </a:lnTo>
                    <a:lnTo>
                      <a:pt x="740" y="349"/>
                    </a:lnTo>
                    <a:lnTo>
                      <a:pt x="739" y="344"/>
                    </a:lnTo>
                    <a:lnTo>
                      <a:pt x="737" y="341"/>
                    </a:lnTo>
                    <a:lnTo>
                      <a:pt x="732" y="337"/>
                    </a:lnTo>
                    <a:lnTo>
                      <a:pt x="726" y="333"/>
                    </a:lnTo>
                    <a:lnTo>
                      <a:pt x="726" y="332"/>
                    </a:lnTo>
                    <a:lnTo>
                      <a:pt x="727" y="332"/>
                    </a:lnTo>
                    <a:lnTo>
                      <a:pt x="728" y="332"/>
                    </a:lnTo>
                    <a:lnTo>
                      <a:pt x="735" y="328"/>
                    </a:lnTo>
                    <a:lnTo>
                      <a:pt x="741" y="324"/>
                    </a:lnTo>
                    <a:lnTo>
                      <a:pt x="746" y="319"/>
                    </a:lnTo>
                    <a:lnTo>
                      <a:pt x="750" y="313"/>
                    </a:lnTo>
                    <a:lnTo>
                      <a:pt x="753" y="306"/>
                    </a:lnTo>
                    <a:lnTo>
                      <a:pt x="753" y="299"/>
                    </a:lnTo>
                    <a:lnTo>
                      <a:pt x="752" y="290"/>
                    </a:lnTo>
                    <a:lnTo>
                      <a:pt x="748" y="283"/>
                    </a:lnTo>
                    <a:lnTo>
                      <a:pt x="745" y="276"/>
                    </a:lnTo>
                    <a:lnTo>
                      <a:pt x="741" y="272"/>
                    </a:lnTo>
                    <a:lnTo>
                      <a:pt x="738" y="270"/>
                    </a:lnTo>
                    <a:lnTo>
                      <a:pt x="736" y="269"/>
                    </a:lnTo>
                    <a:lnTo>
                      <a:pt x="733" y="269"/>
                    </a:lnTo>
                    <a:lnTo>
                      <a:pt x="730" y="268"/>
                    </a:lnTo>
                    <a:lnTo>
                      <a:pt x="725" y="266"/>
                    </a:lnTo>
                    <a:lnTo>
                      <a:pt x="720" y="262"/>
                    </a:lnTo>
                    <a:lnTo>
                      <a:pt x="719" y="259"/>
                    </a:lnTo>
                    <a:lnTo>
                      <a:pt x="719" y="255"/>
                    </a:lnTo>
                    <a:lnTo>
                      <a:pt x="720" y="250"/>
                    </a:lnTo>
                    <a:lnTo>
                      <a:pt x="723" y="245"/>
                    </a:lnTo>
                    <a:lnTo>
                      <a:pt x="725" y="241"/>
                    </a:lnTo>
                    <a:lnTo>
                      <a:pt x="726" y="236"/>
                    </a:lnTo>
                    <a:lnTo>
                      <a:pt x="726" y="235"/>
                    </a:lnTo>
                    <a:lnTo>
                      <a:pt x="725" y="235"/>
                    </a:lnTo>
                    <a:lnTo>
                      <a:pt x="725" y="236"/>
                    </a:lnTo>
                    <a:lnTo>
                      <a:pt x="724" y="236"/>
                    </a:lnTo>
                    <a:lnTo>
                      <a:pt x="723" y="236"/>
                    </a:lnTo>
                    <a:lnTo>
                      <a:pt x="722" y="236"/>
                    </a:lnTo>
                    <a:lnTo>
                      <a:pt x="722" y="235"/>
                    </a:lnTo>
                    <a:lnTo>
                      <a:pt x="722" y="233"/>
                    </a:lnTo>
                    <a:lnTo>
                      <a:pt x="722" y="232"/>
                    </a:lnTo>
                    <a:lnTo>
                      <a:pt x="722" y="229"/>
                    </a:lnTo>
                    <a:lnTo>
                      <a:pt x="722" y="228"/>
                    </a:lnTo>
                    <a:lnTo>
                      <a:pt x="720" y="227"/>
                    </a:lnTo>
                    <a:lnTo>
                      <a:pt x="717" y="227"/>
                    </a:lnTo>
                    <a:lnTo>
                      <a:pt x="715" y="226"/>
                    </a:lnTo>
                    <a:lnTo>
                      <a:pt x="713" y="225"/>
                    </a:lnTo>
                    <a:lnTo>
                      <a:pt x="713" y="222"/>
                    </a:lnTo>
                    <a:lnTo>
                      <a:pt x="715" y="218"/>
                    </a:lnTo>
                    <a:lnTo>
                      <a:pt x="716" y="215"/>
                    </a:lnTo>
                    <a:lnTo>
                      <a:pt x="716" y="212"/>
                    </a:lnTo>
                    <a:lnTo>
                      <a:pt x="715" y="208"/>
                    </a:lnTo>
                    <a:lnTo>
                      <a:pt x="710" y="203"/>
                    </a:lnTo>
                    <a:lnTo>
                      <a:pt x="708" y="202"/>
                    </a:lnTo>
                    <a:lnTo>
                      <a:pt x="706" y="201"/>
                    </a:lnTo>
                    <a:lnTo>
                      <a:pt x="706" y="200"/>
                    </a:lnTo>
                    <a:lnTo>
                      <a:pt x="707" y="198"/>
                    </a:lnTo>
                    <a:lnTo>
                      <a:pt x="710" y="195"/>
                    </a:lnTo>
                    <a:lnTo>
                      <a:pt x="711" y="195"/>
                    </a:lnTo>
                    <a:lnTo>
                      <a:pt x="711" y="195"/>
                    </a:lnTo>
                    <a:lnTo>
                      <a:pt x="711" y="195"/>
                    </a:lnTo>
                    <a:lnTo>
                      <a:pt x="728" y="198"/>
                    </a:lnTo>
                    <a:lnTo>
                      <a:pt x="728" y="198"/>
                    </a:lnTo>
                    <a:lnTo>
                      <a:pt x="727" y="199"/>
                    </a:lnTo>
                    <a:lnTo>
                      <a:pt x="727" y="199"/>
                    </a:lnTo>
                    <a:lnTo>
                      <a:pt x="726" y="200"/>
                    </a:lnTo>
                    <a:lnTo>
                      <a:pt x="732" y="198"/>
                    </a:lnTo>
                    <a:lnTo>
                      <a:pt x="737" y="194"/>
                    </a:lnTo>
                    <a:lnTo>
                      <a:pt x="743" y="192"/>
                    </a:lnTo>
                    <a:lnTo>
                      <a:pt x="744" y="192"/>
                    </a:lnTo>
                    <a:lnTo>
                      <a:pt x="746" y="192"/>
                    </a:lnTo>
                    <a:lnTo>
                      <a:pt x="748" y="194"/>
                    </a:lnTo>
                    <a:lnTo>
                      <a:pt x="749" y="195"/>
                    </a:lnTo>
                    <a:lnTo>
                      <a:pt x="755" y="198"/>
                    </a:lnTo>
                    <a:lnTo>
                      <a:pt x="762" y="201"/>
                    </a:lnTo>
                    <a:lnTo>
                      <a:pt x="762" y="203"/>
                    </a:lnTo>
                    <a:lnTo>
                      <a:pt x="761" y="204"/>
                    </a:lnTo>
                    <a:lnTo>
                      <a:pt x="761" y="204"/>
                    </a:lnTo>
                    <a:lnTo>
                      <a:pt x="762" y="204"/>
                    </a:lnTo>
                    <a:lnTo>
                      <a:pt x="764" y="204"/>
                    </a:lnTo>
                    <a:lnTo>
                      <a:pt x="765" y="203"/>
                    </a:lnTo>
                    <a:lnTo>
                      <a:pt x="767" y="203"/>
                    </a:lnTo>
                    <a:lnTo>
                      <a:pt x="768" y="205"/>
                    </a:lnTo>
                    <a:lnTo>
                      <a:pt x="768" y="206"/>
                    </a:lnTo>
                    <a:lnTo>
                      <a:pt x="769" y="207"/>
                    </a:lnTo>
                    <a:lnTo>
                      <a:pt x="769" y="208"/>
                    </a:lnTo>
                    <a:lnTo>
                      <a:pt x="769" y="209"/>
                    </a:lnTo>
                    <a:lnTo>
                      <a:pt x="770" y="210"/>
                    </a:lnTo>
                    <a:lnTo>
                      <a:pt x="773" y="211"/>
                    </a:lnTo>
                    <a:lnTo>
                      <a:pt x="777" y="210"/>
                    </a:lnTo>
                    <a:lnTo>
                      <a:pt x="780" y="209"/>
                    </a:lnTo>
                    <a:lnTo>
                      <a:pt x="783" y="208"/>
                    </a:lnTo>
                    <a:lnTo>
                      <a:pt x="786" y="208"/>
                    </a:lnTo>
                    <a:lnTo>
                      <a:pt x="789" y="208"/>
                    </a:lnTo>
                    <a:lnTo>
                      <a:pt x="792" y="209"/>
                    </a:lnTo>
                    <a:lnTo>
                      <a:pt x="794" y="212"/>
                    </a:lnTo>
                    <a:lnTo>
                      <a:pt x="795" y="217"/>
                    </a:lnTo>
                    <a:lnTo>
                      <a:pt x="795" y="223"/>
                    </a:lnTo>
                    <a:lnTo>
                      <a:pt x="795" y="225"/>
                    </a:lnTo>
                    <a:lnTo>
                      <a:pt x="793" y="226"/>
                    </a:lnTo>
                    <a:lnTo>
                      <a:pt x="790" y="226"/>
                    </a:lnTo>
                    <a:lnTo>
                      <a:pt x="787" y="225"/>
                    </a:lnTo>
                    <a:lnTo>
                      <a:pt x="783" y="225"/>
                    </a:lnTo>
                    <a:lnTo>
                      <a:pt x="783" y="226"/>
                    </a:lnTo>
                    <a:lnTo>
                      <a:pt x="786" y="232"/>
                    </a:lnTo>
                    <a:lnTo>
                      <a:pt x="789" y="235"/>
                    </a:lnTo>
                    <a:lnTo>
                      <a:pt x="793" y="236"/>
                    </a:lnTo>
                    <a:lnTo>
                      <a:pt x="796" y="236"/>
                    </a:lnTo>
                    <a:lnTo>
                      <a:pt x="805" y="235"/>
                    </a:lnTo>
                    <a:lnTo>
                      <a:pt x="809" y="235"/>
                    </a:lnTo>
                    <a:lnTo>
                      <a:pt x="813" y="237"/>
                    </a:lnTo>
                    <a:lnTo>
                      <a:pt x="817" y="240"/>
                    </a:lnTo>
                    <a:lnTo>
                      <a:pt x="820" y="245"/>
                    </a:lnTo>
                    <a:lnTo>
                      <a:pt x="820" y="249"/>
                    </a:lnTo>
                    <a:lnTo>
                      <a:pt x="818" y="253"/>
                    </a:lnTo>
                    <a:lnTo>
                      <a:pt x="816" y="257"/>
                    </a:lnTo>
                    <a:lnTo>
                      <a:pt x="815" y="261"/>
                    </a:lnTo>
                    <a:lnTo>
                      <a:pt x="816" y="261"/>
                    </a:lnTo>
                    <a:lnTo>
                      <a:pt x="817" y="261"/>
                    </a:lnTo>
                    <a:lnTo>
                      <a:pt x="818" y="260"/>
                    </a:lnTo>
                    <a:lnTo>
                      <a:pt x="819" y="259"/>
                    </a:lnTo>
                    <a:lnTo>
                      <a:pt x="820" y="258"/>
                    </a:lnTo>
                    <a:lnTo>
                      <a:pt x="821" y="257"/>
                    </a:lnTo>
                    <a:lnTo>
                      <a:pt x="822" y="255"/>
                    </a:lnTo>
                    <a:lnTo>
                      <a:pt x="822" y="253"/>
                    </a:lnTo>
                    <a:lnTo>
                      <a:pt x="821" y="250"/>
                    </a:lnTo>
                    <a:lnTo>
                      <a:pt x="821" y="248"/>
                    </a:lnTo>
                    <a:lnTo>
                      <a:pt x="820" y="246"/>
                    </a:lnTo>
                    <a:lnTo>
                      <a:pt x="821" y="245"/>
                    </a:lnTo>
                    <a:lnTo>
                      <a:pt x="822" y="245"/>
                    </a:lnTo>
                    <a:lnTo>
                      <a:pt x="823" y="247"/>
                    </a:lnTo>
                    <a:lnTo>
                      <a:pt x="823" y="249"/>
                    </a:lnTo>
                    <a:lnTo>
                      <a:pt x="823" y="252"/>
                    </a:lnTo>
                    <a:lnTo>
                      <a:pt x="824" y="254"/>
                    </a:lnTo>
                    <a:lnTo>
                      <a:pt x="825" y="254"/>
                    </a:lnTo>
                    <a:lnTo>
                      <a:pt x="825" y="252"/>
                    </a:lnTo>
                    <a:lnTo>
                      <a:pt x="824" y="251"/>
                    </a:lnTo>
                    <a:lnTo>
                      <a:pt x="824" y="250"/>
                    </a:lnTo>
                    <a:lnTo>
                      <a:pt x="824" y="248"/>
                    </a:lnTo>
                    <a:lnTo>
                      <a:pt x="824" y="246"/>
                    </a:lnTo>
                    <a:lnTo>
                      <a:pt x="824" y="246"/>
                    </a:lnTo>
                    <a:lnTo>
                      <a:pt x="827" y="245"/>
                    </a:lnTo>
                    <a:lnTo>
                      <a:pt x="835" y="246"/>
                    </a:lnTo>
                    <a:lnTo>
                      <a:pt x="838" y="246"/>
                    </a:lnTo>
                    <a:lnTo>
                      <a:pt x="840" y="245"/>
                    </a:lnTo>
                    <a:lnTo>
                      <a:pt x="841" y="243"/>
                    </a:lnTo>
                    <a:lnTo>
                      <a:pt x="840" y="241"/>
                    </a:lnTo>
                    <a:lnTo>
                      <a:pt x="839" y="238"/>
                    </a:lnTo>
                    <a:lnTo>
                      <a:pt x="837" y="236"/>
                    </a:lnTo>
                    <a:lnTo>
                      <a:pt x="836" y="233"/>
                    </a:lnTo>
                    <a:lnTo>
                      <a:pt x="836" y="233"/>
                    </a:lnTo>
                    <a:lnTo>
                      <a:pt x="837" y="232"/>
                    </a:lnTo>
                    <a:lnTo>
                      <a:pt x="840" y="232"/>
                    </a:lnTo>
                    <a:lnTo>
                      <a:pt x="841" y="232"/>
                    </a:lnTo>
                    <a:lnTo>
                      <a:pt x="841" y="227"/>
                    </a:lnTo>
                    <a:lnTo>
                      <a:pt x="841" y="223"/>
                    </a:lnTo>
                    <a:lnTo>
                      <a:pt x="841" y="218"/>
                    </a:lnTo>
                    <a:lnTo>
                      <a:pt x="843" y="214"/>
                    </a:lnTo>
                    <a:lnTo>
                      <a:pt x="843" y="214"/>
                    </a:lnTo>
                    <a:lnTo>
                      <a:pt x="844" y="214"/>
                    </a:lnTo>
                    <a:lnTo>
                      <a:pt x="844" y="215"/>
                    </a:lnTo>
                    <a:lnTo>
                      <a:pt x="844" y="216"/>
                    </a:lnTo>
                    <a:lnTo>
                      <a:pt x="845" y="217"/>
                    </a:lnTo>
                    <a:lnTo>
                      <a:pt x="845" y="219"/>
                    </a:lnTo>
                    <a:lnTo>
                      <a:pt x="846" y="220"/>
                    </a:lnTo>
                    <a:lnTo>
                      <a:pt x="847" y="221"/>
                    </a:lnTo>
                    <a:lnTo>
                      <a:pt x="847" y="221"/>
                    </a:lnTo>
                    <a:lnTo>
                      <a:pt x="848" y="221"/>
                    </a:lnTo>
                    <a:lnTo>
                      <a:pt x="849" y="221"/>
                    </a:lnTo>
                    <a:lnTo>
                      <a:pt x="849" y="220"/>
                    </a:lnTo>
                    <a:lnTo>
                      <a:pt x="850" y="220"/>
                    </a:lnTo>
                    <a:lnTo>
                      <a:pt x="850" y="221"/>
                    </a:lnTo>
                    <a:lnTo>
                      <a:pt x="848" y="223"/>
                    </a:lnTo>
                    <a:lnTo>
                      <a:pt x="848" y="223"/>
                    </a:lnTo>
                    <a:lnTo>
                      <a:pt x="851" y="225"/>
                    </a:lnTo>
                    <a:lnTo>
                      <a:pt x="853" y="225"/>
                    </a:lnTo>
                    <a:lnTo>
                      <a:pt x="855" y="223"/>
                    </a:lnTo>
                    <a:lnTo>
                      <a:pt x="857" y="222"/>
                    </a:lnTo>
                    <a:lnTo>
                      <a:pt x="858" y="222"/>
                    </a:lnTo>
                    <a:lnTo>
                      <a:pt x="859" y="223"/>
                    </a:lnTo>
                    <a:lnTo>
                      <a:pt x="861" y="226"/>
                    </a:lnTo>
                    <a:lnTo>
                      <a:pt x="863" y="230"/>
                    </a:lnTo>
                    <a:lnTo>
                      <a:pt x="863" y="232"/>
                    </a:lnTo>
                    <a:lnTo>
                      <a:pt x="862" y="235"/>
                    </a:lnTo>
                    <a:lnTo>
                      <a:pt x="862" y="237"/>
                    </a:lnTo>
                    <a:lnTo>
                      <a:pt x="862" y="240"/>
                    </a:lnTo>
                    <a:lnTo>
                      <a:pt x="864" y="240"/>
                    </a:lnTo>
                    <a:lnTo>
                      <a:pt x="866" y="237"/>
                    </a:lnTo>
                    <a:lnTo>
                      <a:pt x="866" y="236"/>
                    </a:lnTo>
                    <a:lnTo>
                      <a:pt x="868" y="234"/>
                    </a:lnTo>
                    <a:lnTo>
                      <a:pt x="869" y="234"/>
                    </a:lnTo>
                    <a:lnTo>
                      <a:pt x="870" y="234"/>
                    </a:lnTo>
                    <a:lnTo>
                      <a:pt x="870" y="234"/>
                    </a:lnTo>
                    <a:lnTo>
                      <a:pt x="869" y="235"/>
                    </a:lnTo>
                    <a:lnTo>
                      <a:pt x="869" y="236"/>
                    </a:lnTo>
                    <a:lnTo>
                      <a:pt x="868" y="238"/>
                    </a:lnTo>
                    <a:lnTo>
                      <a:pt x="868" y="239"/>
                    </a:lnTo>
                    <a:lnTo>
                      <a:pt x="869" y="239"/>
                    </a:lnTo>
                    <a:lnTo>
                      <a:pt x="872" y="240"/>
                    </a:lnTo>
                    <a:lnTo>
                      <a:pt x="878" y="241"/>
                    </a:lnTo>
                    <a:lnTo>
                      <a:pt x="879" y="242"/>
                    </a:lnTo>
                    <a:lnTo>
                      <a:pt x="882" y="245"/>
                    </a:lnTo>
                    <a:lnTo>
                      <a:pt x="883" y="246"/>
                    </a:lnTo>
                    <a:lnTo>
                      <a:pt x="887" y="250"/>
                    </a:lnTo>
                    <a:lnTo>
                      <a:pt x="890" y="254"/>
                    </a:lnTo>
                    <a:lnTo>
                      <a:pt x="894" y="259"/>
                    </a:lnTo>
                    <a:lnTo>
                      <a:pt x="895" y="263"/>
                    </a:lnTo>
                    <a:lnTo>
                      <a:pt x="895" y="263"/>
                    </a:lnTo>
                    <a:lnTo>
                      <a:pt x="894" y="264"/>
                    </a:lnTo>
                    <a:lnTo>
                      <a:pt x="894" y="264"/>
                    </a:lnTo>
                    <a:lnTo>
                      <a:pt x="893" y="264"/>
                    </a:lnTo>
                    <a:lnTo>
                      <a:pt x="892" y="265"/>
                    </a:lnTo>
                    <a:lnTo>
                      <a:pt x="892" y="265"/>
                    </a:lnTo>
                    <a:lnTo>
                      <a:pt x="892" y="266"/>
                    </a:lnTo>
                    <a:lnTo>
                      <a:pt x="895" y="269"/>
                    </a:lnTo>
                    <a:lnTo>
                      <a:pt x="897" y="271"/>
                    </a:lnTo>
                    <a:lnTo>
                      <a:pt x="903" y="271"/>
                    </a:lnTo>
                    <a:lnTo>
                      <a:pt x="906" y="272"/>
                    </a:lnTo>
                    <a:lnTo>
                      <a:pt x="909" y="274"/>
                    </a:lnTo>
                    <a:lnTo>
                      <a:pt x="911" y="277"/>
                    </a:lnTo>
                    <a:lnTo>
                      <a:pt x="913" y="280"/>
                    </a:lnTo>
                    <a:lnTo>
                      <a:pt x="915" y="283"/>
                    </a:lnTo>
                    <a:lnTo>
                      <a:pt x="918" y="285"/>
                    </a:lnTo>
                    <a:lnTo>
                      <a:pt x="919" y="285"/>
                    </a:lnTo>
                    <a:lnTo>
                      <a:pt x="919" y="285"/>
                    </a:lnTo>
                    <a:lnTo>
                      <a:pt x="919" y="280"/>
                    </a:lnTo>
                    <a:lnTo>
                      <a:pt x="920" y="279"/>
                    </a:lnTo>
                    <a:lnTo>
                      <a:pt x="925" y="277"/>
                    </a:lnTo>
                    <a:lnTo>
                      <a:pt x="930" y="277"/>
                    </a:lnTo>
                    <a:lnTo>
                      <a:pt x="935" y="280"/>
                    </a:lnTo>
                    <a:lnTo>
                      <a:pt x="939" y="283"/>
                    </a:lnTo>
                    <a:lnTo>
                      <a:pt x="943" y="287"/>
                    </a:lnTo>
                    <a:lnTo>
                      <a:pt x="946" y="291"/>
                    </a:lnTo>
                    <a:lnTo>
                      <a:pt x="947" y="293"/>
                    </a:lnTo>
                    <a:lnTo>
                      <a:pt x="946" y="295"/>
                    </a:lnTo>
                    <a:lnTo>
                      <a:pt x="943" y="296"/>
                    </a:lnTo>
                    <a:lnTo>
                      <a:pt x="937" y="300"/>
                    </a:lnTo>
                    <a:lnTo>
                      <a:pt x="934" y="304"/>
                    </a:lnTo>
                    <a:lnTo>
                      <a:pt x="934" y="306"/>
                    </a:lnTo>
                    <a:lnTo>
                      <a:pt x="934" y="310"/>
                    </a:lnTo>
                    <a:lnTo>
                      <a:pt x="935" y="312"/>
                    </a:lnTo>
                    <a:lnTo>
                      <a:pt x="937" y="313"/>
                    </a:lnTo>
                    <a:lnTo>
                      <a:pt x="939" y="312"/>
                    </a:lnTo>
                    <a:lnTo>
                      <a:pt x="941" y="309"/>
                    </a:lnTo>
                    <a:lnTo>
                      <a:pt x="943" y="305"/>
                    </a:lnTo>
                    <a:lnTo>
                      <a:pt x="945" y="302"/>
                    </a:lnTo>
                    <a:lnTo>
                      <a:pt x="949" y="298"/>
                    </a:lnTo>
                    <a:lnTo>
                      <a:pt x="952" y="293"/>
                    </a:lnTo>
                    <a:lnTo>
                      <a:pt x="955" y="297"/>
                    </a:lnTo>
                    <a:lnTo>
                      <a:pt x="959" y="299"/>
                    </a:lnTo>
                    <a:lnTo>
                      <a:pt x="962" y="301"/>
                    </a:lnTo>
                    <a:lnTo>
                      <a:pt x="966" y="301"/>
                    </a:lnTo>
                    <a:lnTo>
                      <a:pt x="971" y="301"/>
                    </a:lnTo>
                    <a:lnTo>
                      <a:pt x="974" y="300"/>
                    </a:lnTo>
                    <a:lnTo>
                      <a:pt x="978" y="300"/>
                    </a:lnTo>
                    <a:lnTo>
                      <a:pt x="979" y="300"/>
                    </a:lnTo>
                    <a:lnTo>
                      <a:pt x="980" y="302"/>
                    </a:lnTo>
                    <a:lnTo>
                      <a:pt x="980" y="303"/>
                    </a:lnTo>
                    <a:lnTo>
                      <a:pt x="981" y="305"/>
                    </a:lnTo>
                    <a:lnTo>
                      <a:pt x="986" y="310"/>
                    </a:lnTo>
                    <a:lnTo>
                      <a:pt x="989" y="315"/>
                    </a:lnTo>
                    <a:lnTo>
                      <a:pt x="988" y="315"/>
                    </a:lnTo>
                    <a:lnTo>
                      <a:pt x="988" y="316"/>
                    </a:lnTo>
                    <a:lnTo>
                      <a:pt x="982" y="324"/>
                    </a:lnTo>
                    <a:lnTo>
                      <a:pt x="976" y="333"/>
                    </a:lnTo>
                    <a:lnTo>
                      <a:pt x="972" y="342"/>
                    </a:lnTo>
                    <a:lnTo>
                      <a:pt x="972" y="344"/>
                    </a:lnTo>
                    <a:lnTo>
                      <a:pt x="974" y="350"/>
                    </a:lnTo>
                    <a:lnTo>
                      <a:pt x="973" y="352"/>
                    </a:lnTo>
                    <a:lnTo>
                      <a:pt x="967" y="359"/>
                    </a:lnTo>
                    <a:lnTo>
                      <a:pt x="960" y="366"/>
                    </a:lnTo>
                    <a:lnTo>
                      <a:pt x="953" y="372"/>
                    </a:lnTo>
                    <a:lnTo>
                      <a:pt x="953" y="372"/>
                    </a:lnTo>
                    <a:lnTo>
                      <a:pt x="953" y="371"/>
                    </a:lnTo>
                    <a:lnTo>
                      <a:pt x="953" y="370"/>
                    </a:lnTo>
                    <a:lnTo>
                      <a:pt x="947" y="370"/>
                    </a:lnTo>
                    <a:lnTo>
                      <a:pt x="940" y="372"/>
                    </a:lnTo>
                    <a:lnTo>
                      <a:pt x="939" y="372"/>
                    </a:lnTo>
                    <a:lnTo>
                      <a:pt x="937" y="374"/>
                    </a:lnTo>
                    <a:lnTo>
                      <a:pt x="935" y="375"/>
                    </a:lnTo>
                    <a:lnTo>
                      <a:pt x="934" y="376"/>
                    </a:lnTo>
                    <a:lnTo>
                      <a:pt x="907" y="382"/>
                    </a:lnTo>
                    <a:lnTo>
                      <a:pt x="906" y="383"/>
                    </a:lnTo>
                    <a:lnTo>
                      <a:pt x="905" y="383"/>
                    </a:lnTo>
                    <a:lnTo>
                      <a:pt x="902" y="384"/>
                    </a:lnTo>
                    <a:lnTo>
                      <a:pt x="899" y="389"/>
                    </a:lnTo>
                    <a:lnTo>
                      <a:pt x="897" y="394"/>
                    </a:lnTo>
                    <a:lnTo>
                      <a:pt x="897" y="397"/>
                    </a:lnTo>
                    <a:lnTo>
                      <a:pt x="898" y="399"/>
                    </a:lnTo>
                    <a:lnTo>
                      <a:pt x="899" y="401"/>
                    </a:lnTo>
                    <a:lnTo>
                      <a:pt x="898" y="404"/>
                    </a:lnTo>
                    <a:lnTo>
                      <a:pt x="896" y="406"/>
                    </a:lnTo>
                    <a:lnTo>
                      <a:pt x="893" y="407"/>
                    </a:lnTo>
                    <a:lnTo>
                      <a:pt x="890" y="408"/>
                    </a:lnTo>
                    <a:lnTo>
                      <a:pt x="888" y="410"/>
                    </a:lnTo>
                    <a:lnTo>
                      <a:pt x="886" y="413"/>
                    </a:lnTo>
                    <a:lnTo>
                      <a:pt x="883" y="419"/>
                    </a:lnTo>
                    <a:lnTo>
                      <a:pt x="880" y="433"/>
                    </a:lnTo>
                    <a:lnTo>
                      <a:pt x="879" y="433"/>
                    </a:lnTo>
                    <a:lnTo>
                      <a:pt x="875" y="443"/>
                    </a:lnTo>
                    <a:lnTo>
                      <a:pt x="872" y="453"/>
                    </a:lnTo>
                    <a:lnTo>
                      <a:pt x="869" y="463"/>
                    </a:lnTo>
                    <a:lnTo>
                      <a:pt x="870" y="464"/>
                    </a:lnTo>
                    <a:lnTo>
                      <a:pt x="872" y="463"/>
                    </a:lnTo>
                    <a:lnTo>
                      <a:pt x="874" y="461"/>
                    </a:lnTo>
                    <a:lnTo>
                      <a:pt x="876" y="458"/>
                    </a:lnTo>
                    <a:lnTo>
                      <a:pt x="878" y="456"/>
                    </a:lnTo>
                    <a:lnTo>
                      <a:pt x="880" y="451"/>
                    </a:lnTo>
                    <a:lnTo>
                      <a:pt x="882" y="446"/>
                    </a:lnTo>
                    <a:lnTo>
                      <a:pt x="883" y="440"/>
                    </a:lnTo>
                    <a:lnTo>
                      <a:pt x="884" y="435"/>
                    </a:lnTo>
                    <a:lnTo>
                      <a:pt x="887" y="429"/>
                    </a:lnTo>
                    <a:lnTo>
                      <a:pt x="891" y="423"/>
                    </a:lnTo>
                    <a:lnTo>
                      <a:pt x="896" y="416"/>
                    </a:lnTo>
                    <a:lnTo>
                      <a:pt x="902" y="411"/>
                    </a:lnTo>
                    <a:lnTo>
                      <a:pt x="908" y="406"/>
                    </a:lnTo>
                    <a:lnTo>
                      <a:pt x="915" y="402"/>
                    </a:lnTo>
                    <a:lnTo>
                      <a:pt x="922" y="399"/>
                    </a:lnTo>
                    <a:lnTo>
                      <a:pt x="929" y="399"/>
                    </a:lnTo>
                    <a:lnTo>
                      <a:pt x="935" y="401"/>
                    </a:lnTo>
                    <a:lnTo>
                      <a:pt x="938" y="404"/>
                    </a:lnTo>
                    <a:lnTo>
                      <a:pt x="939" y="407"/>
                    </a:lnTo>
                    <a:lnTo>
                      <a:pt x="939" y="410"/>
                    </a:lnTo>
                    <a:lnTo>
                      <a:pt x="938" y="414"/>
                    </a:lnTo>
                    <a:lnTo>
                      <a:pt x="936" y="417"/>
                    </a:lnTo>
                    <a:lnTo>
                      <a:pt x="934" y="420"/>
                    </a:lnTo>
                    <a:lnTo>
                      <a:pt x="932" y="422"/>
                    </a:lnTo>
                    <a:lnTo>
                      <a:pt x="930" y="422"/>
                    </a:lnTo>
                    <a:lnTo>
                      <a:pt x="928" y="421"/>
                    </a:lnTo>
                    <a:lnTo>
                      <a:pt x="925" y="420"/>
                    </a:lnTo>
                    <a:lnTo>
                      <a:pt x="923" y="420"/>
                    </a:lnTo>
                    <a:lnTo>
                      <a:pt x="920" y="421"/>
                    </a:lnTo>
                    <a:lnTo>
                      <a:pt x="917" y="422"/>
                    </a:lnTo>
                    <a:lnTo>
                      <a:pt x="915" y="424"/>
                    </a:lnTo>
                    <a:lnTo>
                      <a:pt x="914" y="427"/>
                    </a:lnTo>
                    <a:lnTo>
                      <a:pt x="916" y="428"/>
                    </a:lnTo>
                    <a:lnTo>
                      <a:pt x="918" y="427"/>
                    </a:lnTo>
                    <a:lnTo>
                      <a:pt x="921" y="426"/>
                    </a:lnTo>
                    <a:lnTo>
                      <a:pt x="924" y="425"/>
                    </a:lnTo>
                    <a:lnTo>
                      <a:pt x="926" y="425"/>
                    </a:lnTo>
                    <a:lnTo>
                      <a:pt x="930" y="428"/>
                    </a:lnTo>
                    <a:lnTo>
                      <a:pt x="932" y="432"/>
                    </a:lnTo>
                    <a:lnTo>
                      <a:pt x="935" y="436"/>
                    </a:lnTo>
                    <a:lnTo>
                      <a:pt x="938" y="439"/>
                    </a:lnTo>
                    <a:lnTo>
                      <a:pt x="941" y="438"/>
                    </a:lnTo>
                    <a:lnTo>
                      <a:pt x="943" y="437"/>
                    </a:lnTo>
                    <a:lnTo>
                      <a:pt x="944" y="437"/>
                    </a:lnTo>
                    <a:lnTo>
                      <a:pt x="949" y="441"/>
                    </a:lnTo>
                    <a:lnTo>
                      <a:pt x="951" y="445"/>
                    </a:lnTo>
                    <a:lnTo>
                      <a:pt x="951" y="448"/>
                    </a:lnTo>
                    <a:lnTo>
                      <a:pt x="951" y="449"/>
                    </a:lnTo>
                    <a:lnTo>
                      <a:pt x="951" y="451"/>
                    </a:lnTo>
                    <a:lnTo>
                      <a:pt x="951" y="452"/>
                    </a:lnTo>
                    <a:lnTo>
                      <a:pt x="951" y="452"/>
                    </a:lnTo>
                    <a:lnTo>
                      <a:pt x="953" y="453"/>
                    </a:lnTo>
                    <a:lnTo>
                      <a:pt x="957" y="454"/>
                    </a:lnTo>
                    <a:lnTo>
                      <a:pt x="955" y="454"/>
                    </a:lnTo>
                    <a:lnTo>
                      <a:pt x="953" y="455"/>
                    </a:lnTo>
                    <a:lnTo>
                      <a:pt x="952" y="455"/>
                    </a:lnTo>
                    <a:lnTo>
                      <a:pt x="950" y="457"/>
                    </a:lnTo>
                    <a:lnTo>
                      <a:pt x="949" y="460"/>
                    </a:lnTo>
                    <a:lnTo>
                      <a:pt x="948" y="463"/>
                    </a:lnTo>
                    <a:lnTo>
                      <a:pt x="948" y="467"/>
                    </a:lnTo>
                    <a:lnTo>
                      <a:pt x="948" y="471"/>
                    </a:lnTo>
                    <a:lnTo>
                      <a:pt x="947" y="474"/>
                    </a:lnTo>
                    <a:lnTo>
                      <a:pt x="946" y="475"/>
                    </a:lnTo>
                    <a:lnTo>
                      <a:pt x="941" y="475"/>
                    </a:lnTo>
                    <a:lnTo>
                      <a:pt x="938" y="476"/>
                    </a:lnTo>
                    <a:lnTo>
                      <a:pt x="935" y="477"/>
                    </a:lnTo>
                    <a:lnTo>
                      <a:pt x="932" y="478"/>
                    </a:lnTo>
                    <a:lnTo>
                      <a:pt x="930" y="481"/>
                    </a:lnTo>
                    <a:lnTo>
                      <a:pt x="930" y="483"/>
                    </a:lnTo>
                    <a:lnTo>
                      <a:pt x="931" y="485"/>
                    </a:lnTo>
                    <a:lnTo>
                      <a:pt x="933" y="488"/>
                    </a:lnTo>
                    <a:lnTo>
                      <a:pt x="933" y="490"/>
                    </a:lnTo>
                    <a:lnTo>
                      <a:pt x="932" y="494"/>
                    </a:lnTo>
                    <a:lnTo>
                      <a:pt x="929" y="497"/>
                    </a:lnTo>
                    <a:lnTo>
                      <a:pt x="925" y="499"/>
                    </a:lnTo>
                    <a:lnTo>
                      <a:pt x="923" y="499"/>
                    </a:lnTo>
                    <a:lnTo>
                      <a:pt x="922" y="498"/>
                    </a:lnTo>
                    <a:lnTo>
                      <a:pt x="920" y="497"/>
                    </a:lnTo>
                    <a:lnTo>
                      <a:pt x="919" y="497"/>
                    </a:lnTo>
                    <a:lnTo>
                      <a:pt x="919" y="498"/>
                    </a:lnTo>
                    <a:lnTo>
                      <a:pt x="917" y="501"/>
                    </a:lnTo>
                    <a:lnTo>
                      <a:pt x="915" y="507"/>
                    </a:lnTo>
                    <a:lnTo>
                      <a:pt x="914" y="509"/>
                    </a:lnTo>
                    <a:lnTo>
                      <a:pt x="912" y="510"/>
                    </a:lnTo>
                    <a:lnTo>
                      <a:pt x="910" y="510"/>
                    </a:lnTo>
                    <a:lnTo>
                      <a:pt x="909" y="510"/>
                    </a:lnTo>
                    <a:lnTo>
                      <a:pt x="908" y="510"/>
                    </a:lnTo>
                    <a:lnTo>
                      <a:pt x="907" y="511"/>
                    </a:lnTo>
                    <a:lnTo>
                      <a:pt x="906" y="511"/>
                    </a:lnTo>
                    <a:lnTo>
                      <a:pt x="906" y="512"/>
                    </a:lnTo>
                    <a:lnTo>
                      <a:pt x="907" y="513"/>
                    </a:lnTo>
                    <a:lnTo>
                      <a:pt x="907" y="516"/>
                    </a:lnTo>
                    <a:lnTo>
                      <a:pt x="905" y="521"/>
                    </a:lnTo>
                    <a:lnTo>
                      <a:pt x="900" y="531"/>
                    </a:lnTo>
                    <a:lnTo>
                      <a:pt x="898" y="535"/>
                    </a:lnTo>
                    <a:lnTo>
                      <a:pt x="898" y="540"/>
                    </a:lnTo>
                    <a:lnTo>
                      <a:pt x="900" y="546"/>
                    </a:lnTo>
                    <a:lnTo>
                      <a:pt x="900" y="547"/>
                    </a:lnTo>
                    <a:lnTo>
                      <a:pt x="901" y="547"/>
                    </a:lnTo>
                    <a:lnTo>
                      <a:pt x="902" y="547"/>
                    </a:lnTo>
                    <a:lnTo>
                      <a:pt x="903" y="548"/>
                    </a:lnTo>
                    <a:lnTo>
                      <a:pt x="904" y="549"/>
                    </a:lnTo>
                    <a:lnTo>
                      <a:pt x="904" y="549"/>
                    </a:lnTo>
                    <a:lnTo>
                      <a:pt x="901" y="559"/>
                    </a:lnTo>
                    <a:lnTo>
                      <a:pt x="898" y="565"/>
                    </a:lnTo>
                    <a:lnTo>
                      <a:pt x="895" y="568"/>
                    </a:lnTo>
                    <a:lnTo>
                      <a:pt x="892" y="571"/>
                    </a:lnTo>
                    <a:lnTo>
                      <a:pt x="890" y="571"/>
                    </a:lnTo>
                    <a:lnTo>
                      <a:pt x="886" y="572"/>
                    </a:lnTo>
                    <a:lnTo>
                      <a:pt x="882" y="573"/>
                    </a:lnTo>
                    <a:lnTo>
                      <a:pt x="879" y="574"/>
                    </a:lnTo>
                    <a:lnTo>
                      <a:pt x="875" y="577"/>
                    </a:lnTo>
                    <a:lnTo>
                      <a:pt x="870" y="582"/>
                    </a:lnTo>
                    <a:lnTo>
                      <a:pt x="866" y="588"/>
                    </a:lnTo>
                    <a:lnTo>
                      <a:pt x="863" y="594"/>
                    </a:lnTo>
                    <a:lnTo>
                      <a:pt x="863" y="594"/>
                    </a:lnTo>
                    <a:lnTo>
                      <a:pt x="868" y="594"/>
                    </a:lnTo>
                    <a:lnTo>
                      <a:pt x="868" y="595"/>
                    </a:lnTo>
                    <a:lnTo>
                      <a:pt x="869" y="600"/>
                    </a:lnTo>
                    <a:lnTo>
                      <a:pt x="869" y="606"/>
                    </a:lnTo>
                    <a:lnTo>
                      <a:pt x="868" y="613"/>
                    </a:lnTo>
                    <a:lnTo>
                      <a:pt x="867" y="619"/>
                    </a:lnTo>
                    <a:lnTo>
                      <a:pt x="865" y="624"/>
                    </a:lnTo>
                    <a:lnTo>
                      <a:pt x="862" y="627"/>
                    </a:lnTo>
                    <a:lnTo>
                      <a:pt x="855" y="629"/>
                    </a:lnTo>
                    <a:lnTo>
                      <a:pt x="858" y="631"/>
                    </a:lnTo>
                    <a:lnTo>
                      <a:pt x="860" y="634"/>
                    </a:lnTo>
                    <a:lnTo>
                      <a:pt x="861" y="637"/>
                    </a:lnTo>
                    <a:lnTo>
                      <a:pt x="861" y="641"/>
                    </a:lnTo>
                    <a:lnTo>
                      <a:pt x="860" y="644"/>
                    </a:lnTo>
                    <a:lnTo>
                      <a:pt x="858" y="647"/>
                    </a:lnTo>
                    <a:lnTo>
                      <a:pt x="857" y="654"/>
                    </a:lnTo>
                    <a:lnTo>
                      <a:pt x="854" y="663"/>
                    </a:lnTo>
                    <a:lnTo>
                      <a:pt x="853" y="666"/>
                    </a:lnTo>
                    <a:lnTo>
                      <a:pt x="853" y="667"/>
                    </a:lnTo>
                    <a:lnTo>
                      <a:pt x="849" y="661"/>
                    </a:lnTo>
                    <a:lnTo>
                      <a:pt x="846" y="654"/>
                    </a:lnTo>
                    <a:lnTo>
                      <a:pt x="844" y="647"/>
                    </a:lnTo>
                    <a:lnTo>
                      <a:pt x="843" y="640"/>
                    </a:lnTo>
                    <a:lnTo>
                      <a:pt x="843" y="640"/>
                    </a:lnTo>
                    <a:lnTo>
                      <a:pt x="844" y="639"/>
                    </a:lnTo>
                    <a:lnTo>
                      <a:pt x="845" y="639"/>
                    </a:lnTo>
                    <a:lnTo>
                      <a:pt x="846" y="639"/>
                    </a:lnTo>
                    <a:lnTo>
                      <a:pt x="847" y="637"/>
                    </a:lnTo>
                    <a:lnTo>
                      <a:pt x="847" y="637"/>
                    </a:lnTo>
                    <a:lnTo>
                      <a:pt x="844" y="634"/>
                    </a:lnTo>
                    <a:lnTo>
                      <a:pt x="837" y="628"/>
                    </a:lnTo>
                    <a:lnTo>
                      <a:pt x="837" y="629"/>
                    </a:lnTo>
                    <a:lnTo>
                      <a:pt x="838" y="630"/>
                    </a:lnTo>
                    <a:lnTo>
                      <a:pt x="840" y="636"/>
                    </a:lnTo>
                    <a:lnTo>
                      <a:pt x="841" y="643"/>
                    </a:lnTo>
                    <a:lnTo>
                      <a:pt x="842" y="644"/>
                    </a:lnTo>
                    <a:lnTo>
                      <a:pt x="843" y="645"/>
                    </a:lnTo>
                    <a:lnTo>
                      <a:pt x="844" y="648"/>
                    </a:lnTo>
                    <a:lnTo>
                      <a:pt x="844" y="649"/>
                    </a:lnTo>
                    <a:lnTo>
                      <a:pt x="844" y="649"/>
                    </a:lnTo>
                    <a:lnTo>
                      <a:pt x="840" y="649"/>
                    </a:lnTo>
                    <a:lnTo>
                      <a:pt x="837" y="649"/>
                    </a:lnTo>
                    <a:lnTo>
                      <a:pt x="839" y="654"/>
                    </a:lnTo>
                    <a:lnTo>
                      <a:pt x="842" y="658"/>
                    </a:lnTo>
                    <a:lnTo>
                      <a:pt x="843" y="659"/>
                    </a:lnTo>
                    <a:lnTo>
                      <a:pt x="846" y="659"/>
                    </a:lnTo>
                    <a:lnTo>
                      <a:pt x="843" y="660"/>
                    </a:lnTo>
                    <a:lnTo>
                      <a:pt x="840" y="661"/>
                    </a:lnTo>
                    <a:lnTo>
                      <a:pt x="836" y="662"/>
                    </a:lnTo>
                    <a:lnTo>
                      <a:pt x="833" y="663"/>
                    </a:lnTo>
                    <a:lnTo>
                      <a:pt x="832" y="665"/>
                    </a:lnTo>
                    <a:lnTo>
                      <a:pt x="832" y="667"/>
                    </a:lnTo>
                    <a:lnTo>
                      <a:pt x="835" y="671"/>
                    </a:lnTo>
                    <a:lnTo>
                      <a:pt x="840" y="672"/>
                    </a:lnTo>
                    <a:lnTo>
                      <a:pt x="845" y="674"/>
                    </a:lnTo>
                    <a:lnTo>
                      <a:pt x="851" y="675"/>
                    </a:lnTo>
                    <a:lnTo>
                      <a:pt x="855" y="677"/>
                    </a:lnTo>
                    <a:lnTo>
                      <a:pt x="857" y="680"/>
                    </a:lnTo>
                    <a:lnTo>
                      <a:pt x="859" y="683"/>
                    </a:lnTo>
                    <a:lnTo>
                      <a:pt x="860" y="686"/>
                    </a:lnTo>
                    <a:lnTo>
                      <a:pt x="859" y="688"/>
                    </a:lnTo>
                    <a:lnTo>
                      <a:pt x="857" y="690"/>
                    </a:lnTo>
                    <a:lnTo>
                      <a:pt x="848" y="691"/>
                    </a:lnTo>
                    <a:lnTo>
                      <a:pt x="845" y="693"/>
                    </a:lnTo>
                    <a:lnTo>
                      <a:pt x="845" y="694"/>
                    </a:lnTo>
                    <a:lnTo>
                      <a:pt x="846" y="694"/>
                    </a:lnTo>
                    <a:lnTo>
                      <a:pt x="848" y="693"/>
                    </a:lnTo>
                    <a:lnTo>
                      <a:pt x="851" y="692"/>
                    </a:lnTo>
                    <a:lnTo>
                      <a:pt x="854" y="691"/>
                    </a:lnTo>
                    <a:lnTo>
                      <a:pt x="856" y="691"/>
                    </a:lnTo>
                    <a:lnTo>
                      <a:pt x="858" y="692"/>
                    </a:lnTo>
                    <a:lnTo>
                      <a:pt x="860" y="694"/>
                    </a:lnTo>
                    <a:lnTo>
                      <a:pt x="861" y="695"/>
                    </a:lnTo>
                    <a:lnTo>
                      <a:pt x="861" y="697"/>
                    </a:lnTo>
                    <a:lnTo>
                      <a:pt x="860" y="700"/>
                    </a:lnTo>
                    <a:lnTo>
                      <a:pt x="858" y="703"/>
                    </a:lnTo>
                    <a:lnTo>
                      <a:pt x="856" y="704"/>
                    </a:lnTo>
                    <a:lnTo>
                      <a:pt x="855" y="704"/>
                    </a:lnTo>
                    <a:lnTo>
                      <a:pt x="854" y="704"/>
                    </a:lnTo>
                    <a:lnTo>
                      <a:pt x="853" y="705"/>
                    </a:lnTo>
                    <a:lnTo>
                      <a:pt x="852" y="705"/>
                    </a:lnTo>
                    <a:lnTo>
                      <a:pt x="851" y="706"/>
                    </a:lnTo>
                    <a:lnTo>
                      <a:pt x="852" y="707"/>
                    </a:lnTo>
                    <a:lnTo>
                      <a:pt x="852" y="709"/>
                    </a:lnTo>
                    <a:lnTo>
                      <a:pt x="854" y="711"/>
                    </a:lnTo>
                    <a:lnTo>
                      <a:pt x="855" y="713"/>
                    </a:lnTo>
                    <a:lnTo>
                      <a:pt x="855" y="714"/>
                    </a:lnTo>
                    <a:lnTo>
                      <a:pt x="851" y="718"/>
                    </a:lnTo>
                    <a:lnTo>
                      <a:pt x="846" y="721"/>
                    </a:lnTo>
                    <a:lnTo>
                      <a:pt x="840" y="723"/>
                    </a:lnTo>
                    <a:lnTo>
                      <a:pt x="840" y="723"/>
                    </a:lnTo>
                    <a:lnTo>
                      <a:pt x="839" y="723"/>
                    </a:lnTo>
                    <a:lnTo>
                      <a:pt x="839" y="722"/>
                    </a:lnTo>
                    <a:lnTo>
                      <a:pt x="839" y="720"/>
                    </a:lnTo>
                    <a:lnTo>
                      <a:pt x="838" y="720"/>
                    </a:lnTo>
                    <a:lnTo>
                      <a:pt x="838" y="719"/>
                    </a:lnTo>
                    <a:lnTo>
                      <a:pt x="838" y="719"/>
                    </a:lnTo>
                    <a:lnTo>
                      <a:pt x="833" y="726"/>
                    </a:lnTo>
                    <a:lnTo>
                      <a:pt x="828" y="733"/>
                    </a:lnTo>
                    <a:lnTo>
                      <a:pt x="823" y="741"/>
                    </a:lnTo>
                    <a:lnTo>
                      <a:pt x="821" y="742"/>
                    </a:lnTo>
                    <a:lnTo>
                      <a:pt x="820" y="744"/>
                    </a:lnTo>
                    <a:lnTo>
                      <a:pt x="819" y="745"/>
                    </a:lnTo>
                    <a:lnTo>
                      <a:pt x="818" y="746"/>
                    </a:lnTo>
                    <a:lnTo>
                      <a:pt x="815" y="753"/>
                    </a:lnTo>
                    <a:lnTo>
                      <a:pt x="815" y="756"/>
                    </a:lnTo>
                    <a:lnTo>
                      <a:pt x="814" y="757"/>
                    </a:lnTo>
                    <a:lnTo>
                      <a:pt x="812" y="760"/>
                    </a:lnTo>
                    <a:lnTo>
                      <a:pt x="807" y="766"/>
                    </a:lnTo>
                    <a:lnTo>
                      <a:pt x="803" y="770"/>
                    </a:lnTo>
                    <a:lnTo>
                      <a:pt x="800" y="771"/>
                    </a:lnTo>
                    <a:lnTo>
                      <a:pt x="797" y="772"/>
                    </a:lnTo>
                    <a:lnTo>
                      <a:pt x="794" y="772"/>
                    </a:lnTo>
                    <a:lnTo>
                      <a:pt x="792" y="773"/>
                    </a:lnTo>
                    <a:lnTo>
                      <a:pt x="791" y="776"/>
                    </a:lnTo>
                    <a:lnTo>
                      <a:pt x="790" y="779"/>
                    </a:lnTo>
                    <a:lnTo>
                      <a:pt x="790" y="782"/>
                    </a:lnTo>
                    <a:lnTo>
                      <a:pt x="789" y="784"/>
                    </a:lnTo>
                    <a:lnTo>
                      <a:pt x="787" y="788"/>
                    </a:lnTo>
                    <a:lnTo>
                      <a:pt x="785" y="789"/>
                    </a:lnTo>
                    <a:lnTo>
                      <a:pt x="784" y="791"/>
                    </a:lnTo>
                    <a:lnTo>
                      <a:pt x="783" y="791"/>
                    </a:lnTo>
                    <a:lnTo>
                      <a:pt x="782" y="792"/>
                    </a:lnTo>
                    <a:lnTo>
                      <a:pt x="781" y="794"/>
                    </a:lnTo>
                    <a:lnTo>
                      <a:pt x="781" y="799"/>
                    </a:lnTo>
                    <a:lnTo>
                      <a:pt x="781" y="809"/>
                    </a:lnTo>
                    <a:lnTo>
                      <a:pt x="783" y="818"/>
                    </a:lnTo>
                    <a:lnTo>
                      <a:pt x="787" y="827"/>
                    </a:lnTo>
                    <a:lnTo>
                      <a:pt x="791" y="836"/>
                    </a:lnTo>
                    <a:lnTo>
                      <a:pt x="795" y="844"/>
                    </a:lnTo>
                    <a:lnTo>
                      <a:pt x="800" y="850"/>
                    </a:lnTo>
                    <a:lnTo>
                      <a:pt x="803" y="855"/>
                    </a:lnTo>
                    <a:lnTo>
                      <a:pt x="804" y="858"/>
                    </a:lnTo>
                    <a:lnTo>
                      <a:pt x="806" y="864"/>
                    </a:lnTo>
                    <a:lnTo>
                      <a:pt x="807" y="866"/>
                    </a:lnTo>
                    <a:lnTo>
                      <a:pt x="807" y="868"/>
                    </a:lnTo>
                    <a:lnTo>
                      <a:pt x="806" y="867"/>
                    </a:lnTo>
                    <a:lnTo>
                      <a:pt x="804" y="866"/>
                    </a:lnTo>
                    <a:lnTo>
                      <a:pt x="806" y="869"/>
                    </a:lnTo>
                    <a:lnTo>
                      <a:pt x="807" y="871"/>
                    </a:lnTo>
                    <a:lnTo>
                      <a:pt x="811" y="878"/>
                    </a:lnTo>
                    <a:lnTo>
                      <a:pt x="814" y="885"/>
                    </a:lnTo>
                    <a:lnTo>
                      <a:pt x="816" y="892"/>
                    </a:lnTo>
                    <a:lnTo>
                      <a:pt x="816" y="899"/>
                    </a:lnTo>
                    <a:lnTo>
                      <a:pt x="816" y="907"/>
                    </a:lnTo>
                    <a:lnTo>
                      <a:pt x="815" y="915"/>
                    </a:lnTo>
                    <a:lnTo>
                      <a:pt x="814" y="918"/>
                    </a:lnTo>
                    <a:lnTo>
                      <a:pt x="811" y="921"/>
                    </a:lnTo>
                    <a:lnTo>
                      <a:pt x="808" y="923"/>
                    </a:lnTo>
                    <a:lnTo>
                      <a:pt x="804" y="924"/>
                    </a:lnTo>
                    <a:lnTo>
                      <a:pt x="800" y="924"/>
                    </a:lnTo>
                    <a:lnTo>
                      <a:pt x="798" y="923"/>
                    </a:lnTo>
                    <a:lnTo>
                      <a:pt x="798" y="923"/>
                    </a:lnTo>
                    <a:lnTo>
                      <a:pt x="798" y="921"/>
                    </a:lnTo>
                    <a:lnTo>
                      <a:pt x="798" y="920"/>
                    </a:lnTo>
                    <a:lnTo>
                      <a:pt x="800" y="920"/>
                    </a:lnTo>
                    <a:lnTo>
                      <a:pt x="801" y="920"/>
                    </a:lnTo>
                    <a:lnTo>
                      <a:pt x="802" y="921"/>
                    </a:lnTo>
                    <a:lnTo>
                      <a:pt x="802" y="921"/>
                    </a:lnTo>
                    <a:lnTo>
                      <a:pt x="798" y="918"/>
                    </a:lnTo>
                    <a:lnTo>
                      <a:pt x="793" y="915"/>
                    </a:lnTo>
                    <a:lnTo>
                      <a:pt x="789" y="912"/>
                    </a:lnTo>
                    <a:lnTo>
                      <a:pt x="786" y="909"/>
                    </a:lnTo>
                    <a:lnTo>
                      <a:pt x="782" y="905"/>
                    </a:lnTo>
                    <a:lnTo>
                      <a:pt x="781" y="899"/>
                    </a:lnTo>
                    <a:lnTo>
                      <a:pt x="781" y="898"/>
                    </a:lnTo>
                    <a:lnTo>
                      <a:pt x="780" y="898"/>
                    </a:lnTo>
                    <a:lnTo>
                      <a:pt x="780" y="896"/>
                    </a:lnTo>
                    <a:lnTo>
                      <a:pt x="779" y="896"/>
                    </a:lnTo>
                    <a:lnTo>
                      <a:pt x="779" y="895"/>
                    </a:lnTo>
                    <a:lnTo>
                      <a:pt x="768" y="884"/>
                    </a:lnTo>
                    <a:lnTo>
                      <a:pt x="766" y="880"/>
                    </a:lnTo>
                    <a:lnTo>
                      <a:pt x="766" y="879"/>
                    </a:lnTo>
                    <a:lnTo>
                      <a:pt x="767" y="878"/>
                    </a:lnTo>
                    <a:lnTo>
                      <a:pt x="768" y="878"/>
                    </a:lnTo>
                    <a:lnTo>
                      <a:pt x="769" y="877"/>
                    </a:lnTo>
                    <a:lnTo>
                      <a:pt x="770" y="876"/>
                    </a:lnTo>
                    <a:lnTo>
                      <a:pt x="772" y="875"/>
                    </a:lnTo>
                    <a:lnTo>
                      <a:pt x="772" y="874"/>
                    </a:lnTo>
                    <a:lnTo>
                      <a:pt x="770" y="873"/>
                    </a:lnTo>
                    <a:lnTo>
                      <a:pt x="768" y="873"/>
                    </a:lnTo>
                    <a:lnTo>
                      <a:pt x="766" y="874"/>
                    </a:lnTo>
                    <a:lnTo>
                      <a:pt x="764" y="874"/>
                    </a:lnTo>
                    <a:lnTo>
                      <a:pt x="763" y="873"/>
                    </a:lnTo>
                    <a:lnTo>
                      <a:pt x="763" y="872"/>
                    </a:lnTo>
                    <a:lnTo>
                      <a:pt x="764" y="871"/>
                    </a:lnTo>
                    <a:lnTo>
                      <a:pt x="765" y="870"/>
                    </a:lnTo>
                    <a:lnTo>
                      <a:pt x="765" y="869"/>
                    </a:lnTo>
                    <a:lnTo>
                      <a:pt x="766" y="861"/>
                    </a:lnTo>
                    <a:lnTo>
                      <a:pt x="766" y="852"/>
                    </a:lnTo>
                    <a:lnTo>
                      <a:pt x="765" y="849"/>
                    </a:lnTo>
                    <a:lnTo>
                      <a:pt x="764" y="848"/>
                    </a:lnTo>
                    <a:lnTo>
                      <a:pt x="762" y="847"/>
                    </a:lnTo>
                    <a:lnTo>
                      <a:pt x="760" y="847"/>
                    </a:lnTo>
                    <a:lnTo>
                      <a:pt x="758" y="847"/>
                    </a:lnTo>
                    <a:lnTo>
                      <a:pt x="756" y="845"/>
                    </a:lnTo>
                    <a:lnTo>
                      <a:pt x="746" y="834"/>
                    </a:lnTo>
                    <a:lnTo>
                      <a:pt x="741" y="830"/>
                    </a:lnTo>
                    <a:lnTo>
                      <a:pt x="739" y="830"/>
                    </a:lnTo>
                    <a:lnTo>
                      <a:pt x="734" y="833"/>
                    </a:lnTo>
                    <a:lnTo>
                      <a:pt x="728" y="836"/>
                    </a:lnTo>
                    <a:lnTo>
                      <a:pt x="722" y="839"/>
                    </a:lnTo>
                    <a:lnTo>
                      <a:pt x="717" y="841"/>
                    </a:lnTo>
                    <a:lnTo>
                      <a:pt x="716" y="841"/>
                    </a:lnTo>
                    <a:lnTo>
                      <a:pt x="716" y="837"/>
                    </a:lnTo>
                    <a:lnTo>
                      <a:pt x="715" y="836"/>
                    </a:lnTo>
                    <a:lnTo>
                      <a:pt x="713" y="835"/>
                    </a:lnTo>
                    <a:lnTo>
                      <a:pt x="712" y="834"/>
                    </a:lnTo>
                    <a:lnTo>
                      <a:pt x="711" y="834"/>
                    </a:lnTo>
                    <a:lnTo>
                      <a:pt x="710" y="833"/>
                    </a:lnTo>
                    <a:lnTo>
                      <a:pt x="709" y="832"/>
                    </a:lnTo>
                    <a:lnTo>
                      <a:pt x="709" y="831"/>
                    </a:lnTo>
                    <a:lnTo>
                      <a:pt x="710" y="830"/>
                    </a:lnTo>
                    <a:lnTo>
                      <a:pt x="711" y="829"/>
                    </a:lnTo>
                    <a:lnTo>
                      <a:pt x="712" y="829"/>
                    </a:lnTo>
                    <a:lnTo>
                      <a:pt x="712" y="829"/>
                    </a:lnTo>
                    <a:lnTo>
                      <a:pt x="706" y="828"/>
                    </a:lnTo>
                    <a:lnTo>
                      <a:pt x="701" y="829"/>
                    </a:lnTo>
                    <a:lnTo>
                      <a:pt x="695" y="828"/>
                    </a:lnTo>
                    <a:lnTo>
                      <a:pt x="694" y="828"/>
                    </a:lnTo>
                    <a:lnTo>
                      <a:pt x="695" y="827"/>
                    </a:lnTo>
                    <a:lnTo>
                      <a:pt x="696" y="827"/>
                    </a:lnTo>
                    <a:lnTo>
                      <a:pt x="697" y="827"/>
                    </a:lnTo>
                    <a:lnTo>
                      <a:pt x="699" y="826"/>
                    </a:lnTo>
                    <a:lnTo>
                      <a:pt x="700" y="826"/>
                    </a:lnTo>
                    <a:lnTo>
                      <a:pt x="701" y="826"/>
                    </a:lnTo>
                    <a:lnTo>
                      <a:pt x="692" y="828"/>
                    </a:lnTo>
                    <a:lnTo>
                      <a:pt x="683" y="830"/>
                    </a:lnTo>
                    <a:lnTo>
                      <a:pt x="681" y="831"/>
                    </a:lnTo>
                    <a:lnTo>
                      <a:pt x="680" y="832"/>
                    </a:lnTo>
                    <a:lnTo>
                      <a:pt x="678" y="833"/>
                    </a:lnTo>
                    <a:lnTo>
                      <a:pt x="669" y="834"/>
                    </a:lnTo>
                    <a:lnTo>
                      <a:pt x="661" y="835"/>
                    </a:lnTo>
                    <a:lnTo>
                      <a:pt x="652" y="837"/>
                    </a:lnTo>
                    <a:lnTo>
                      <a:pt x="645" y="839"/>
                    </a:lnTo>
                    <a:lnTo>
                      <a:pt x="644" y="841"/>
                    </a:lnTo>
                    <a:lnTo>
                      <a:pt x="644" y="846"/>
                    </a:lnTo>
                    <a:lnTo>
                      <a:pt x="643" y="848"/>
                    </a:lnTo>
                    <a:lnTo>
                      <a:pt x="642" y="849"/>
                    </a:lnTo>
                    <a:lnTo>
                      <a:pt x="640" y="850"/>
                    </a:lnTo>
                    <a:lnTo>
                      <a:pt x="639" y="851"/>
                    </a:lnTo>
                    <a:lnTo>
                      <a:pt x="637" y="851"/>
                    </a:lnTo>
                    <a:lnTo>
                      <a:pt x="636" y="851"/>
                    </a:lnTo>
                    <a:lnTo>
                      <a:pt x="632" y="849"/>
                    </a:lnTo>
                    <a:lnTo>
                      <a:pt x="631" y="849"/>
                    </a:lnTo>
                    <a:lnTo>
                      <a:pt x="630" y="850"/>
                    </a:lnTo>
                    <a:lnTo>
                      <a:pt x="630" y="851"/>
                    </a:lnTo>
                    <a:lnTo>
                      <a:pt x="633" y="854"/>
                    </a:lnTo>
                    <a:lnTo>
                      <a:pt x="633" y="856"/>
                    </a:lnTo>
                    <a:lnTo>
                      <a:pt x="633" y="857"/>
                    </a:lnTo>
                    <a:lnTo>
                      <a:pt x="631" y="860"/>
                    </a:lnTo>
                    <a:lnTo>
                      <a:pt x="630" y="860"/>
                    </a:lnTo>
                    <a:lnTo>
                      <a:pt x="629" y="858"/>
                    </a:lnTo>
                    <a:lnTo>
                      <a:pt x="627" y="855"/>
                    </a:lnTo>
                    <a:lnTo>
                      <a:pt x="626" y="854"/>
                    </a:lnTo>
                    <a:lnTo>
                      <a:pt x="625" y="855"/>
                    </a:lnTo>
                    <a:lnTo>
                      <a:pt x="624" y="855"/>
                    </a:lnTo>
                    <a:lnTo>
                      <a:pt x="623" y="858"/>
                    </a:lnTo>
                    <a:lnTo>
                      <a:pt x="622" y="859"/>
                    </a:lnTo>
                    <a:lnTo>
                      <a:pt x="621" y="860"/>
                    </a:lnTo>
                    <a:lnTo>
                      <a:pt x="618" y="860"/>
                    </a:lnTo>
                    <a:lnTo>
                      <a:pt x="614" y="859"/>
                    </a:lnTo>
                    <a:lnTo>
                      <a:pt x="611" y="857"/>
                    </a:lnTo>
                    <a:lnTo>
                      <a:pt x="610" y="856"/>
                    </a:lnTo>
                    <a:lnTo>
                      <a:pt x="611" y="855"/>
                    </a:lnTo>
                    <a:lnTo>
                      <a:pt x="611" y="854"/>
                    </a:lnTo>
                    <a:lnTo>
                      <a:pt x="612" y="852"/>
                    </a:lnTo>
                    <a:lnTo>
                      <a:pt x="612" y="851"/>
                    </a:lnTo>
                    <a:lnTo>
                      <a:pt x="611" y="850"/>
                    </a:lnTo>
                    <a:lnTo>
                      <a:pt x="607" y="846"/>
                    </a:lnTo>
                    <a:lnTo>
                      <a:pt x="605" y="843"/>
                    </a:lnTo>
                    <a:lnTo>
                      <a:pt x="603" y="843"/>
                    </a:lnTo>
                    <a:lnTo>
                      <a:pt x="601" y="843"/>
                    </a:lnTo>
                    <a:lnTo>
                      <a:pt x="600" y="845"/>
                    </a:lnTo>
                    <a:lnTo>
                      <a:pt x="599" y="847"/>
                    </a:lnTo>
                    <a:lnTo>
                      <a:pt x="598" y="849"/>
                    </a:lnTo>
                    <a:lnTo>
                      <a:pt x="597" y="851"/>
                    </a:lnTo>
                    <a:lnTo>
                      <a:pt x="595" y="852"/>
                    </a:lnTo>
                    <a:lnTo>
                      <a:pt x="592" y="852"/>
                    </a:lnTo>
                    <a:lnTo>
                      <a:pt x="587" y="850"/>
                    </a:lnTo>
                    <a:lnTo>
                      <a:pt x="581" y="848"/>
                    </a:lnTo>
                    <a:lnTo>
                      <a:pt x="575" y="847"/>
                    </a:lnTo>
                    <a:lnTo>
                      <a:pt x="572" y="847"/>
                    </a:lnTo>
                    <a:lnTo>
                      <a:pt x="568" y="849"/>
                    </a:lnTo>
                    <a:lnTo>
                      <a:pt x="564" y="849"/>
                    </a:lnTo>
                    <a:lnTo>
                      <a:pt x="564" y="848"/>
                    </a:lnTo>
                    <a:lnTo>
                      <a:pt x="564" y="848"/>
                    </a:lnTo>
                    <a:lnTo>
                      <a:pt x="565" y="846"/>
                    </a:lnTo>
                    <a:lnTo>
                      <a:pt x="565" y="844"/>
                    </a:lnTo>
                    <a:lnTo>
                      <a:pt x="565" y="843"/>
                    </a:lnTo>
                    <a:lnTo>
                      <a:pt x="566" y="843"/>
                    </a:lnTo>
                    <a:lnTo>
                      <a:pt x="566" y="842"/>
                    </a:lnTo>
                    <a:lnTo>
                      <a:pt x="565" y="842"/>
                    </a:lnTo>
                    <a:lnTo>
                      <a:pt x="559" y="847"/>
                    </a:lnTo>
                    <a:lnTo>
                      <a:pt x="552" y="851"/>
                    </a:lnTo>
                    <a:lnTo>
                      <a:pt x="552" y="851"/>
                    </a:lnTo>
                    <a:lnTo>
                      <a:pt x="551" y="850"/>
                    </a:lnTo>
                    <a:lnTo>
                      <a:pt x="548" y="850"/>
                    </a:lnTo>
                    <a:lnTo>
                      <a:pt x="548" y="851"/>
                    </a:lnTo>
                    <a:lnTo>
                      <a:pt x="547" y="851"/>
                    </a:lnTo>
                    <a:lnTo>
                      <a:pt x="546" y="852"/>
                    </a:lnTo>
                    <a:lnTo>
                      <a:pt x="546" y="853"/>
                    </a:lnTo>
                    <a:lnTo>
                      <a:pt x="547" y="854"/>
                    </a:lnTo>
                    <a:lnTo>
                      <a:pt x="547" y="855"/>
                    </a:lnTo>
                    <a:lnTo>
                      <a:pt x="541" y="861"/>
                    </a:lnTo>
                    <a:lnTo>
                      <a:pt x="535" y="866"/>
                    </a:lnTo>
                    <a:lnTo>
                      <a:pt x="528" y="870"/>
                    </a:lnTo>
                    <a:lnTo>
                      <a:pt x="521" y="873"/>
                    </a:lnTo>
                    <a:lnTo>
                      <a:pt x="522" y="873"/>
                    </a:lnTo>
                    <a:lnTo>
                      <a:pt x="522" y="872"/>
                    </a:lnTo>
                    <a:lnTo>
                      <a:pt x="524" y="871"/>
                    </a:lnTo>
                    <a:lnTo>
                      <a:pt x="525" y="870"/>
                    </a:lnTo>
                    <a:lnTo>
                      <a:pt x="525" y="869"/>
                    </a:lnTo>
                    <a:lnTo>
                      <a:pt x="522" y="869"/>
                    </a:lnTo>
                    <a:lnTo>
                      <a:pt x="519" y="869"/>
                    </a:lnTo>
                    <a:lnTo>
                      <a:pt x="516" y="871"/>
                    </a:lnTo>
                    <a:lnTo>
                      <a:pt x="516" y="872"/>
                    </a:lnTo>
                    <a:lnTo>
                      <a:pt x="518" y="874"/>
                    </a:lnTo>
                    <a:lnTo>
                      <a:pt x="518" y="874"/>
                    </a:lnTo>
                    <a:lnTo>
                      <a:pt x="515" y="875"/>
                    </a:lnTo>
                    <a:lnTo>
                      <a:pt x="512" y="875"/>
                    </a:lnTo>
                    <a:lnTo>
                      <a:pt x="510" y="875"/>
                    </a:lnTo>
                    <a:lnTo>
                      <a:pt x="509" y="874"/>
                    </a:lnTo>
                    <a:lnTo>
                      <a:pt x="507" y="873"/>
                    </a:lnTo>
                    <a:lnTo>
                      <a:pt x="506" y="872"/>
                    </a:lnTo>
                    <a:lnTo>
                      <a:pt x="505" y="873"/>
                    </a:lnTo>
                    <a:lnTo>
                      <a:pt x="503" y="875"/>
                    </a:lnTo>
                    <a:lnTo>
                      <a:pt x="501" y="879"/>
                    </a:lnTo>
                    <a:lnTo>
                      <a:pt x="497" y="885"/>
                    </a:lnTo>
                    <a:lnTo>
                      <a:pt x="497" y="885"/>
                    </a:lnTo>
                    <a:lnTo>
                      <a:pt x="498" y="887"/>
                    </a:lnTo>
                    <a:lnTo>
                      <a:pt x="499" y="887"/>
                    </a:lnTo>
                    <a:lnTo>
                      <a:pt x="501" y="888"/>
                    </a:lnTo>
                    <a:lnTo>
                      <a:pt x="502" y="888"/>
                    </a:lnTo>
                    <a:lnTo>
                      <a:pt x="502" y="890"/>
                    </a:lnTo>
                    <a:lnTo>
                      <a:pt x="501" y="892"/>
                    </a:lnTo>
                    <a:lnTo>
                      <a:pt x="500" y="894"/>
                    </a:lnTo>
                    <a:lnTo>
                      <a:pt x="498" y="896"/>
                    </a:lnTo>
                    <a:lnTo>
                      <a:pt x="494" y="896"/>
                    </a:lnTo>
                    <a:lnTo>
                      <a:pt x="493" y="895"/>
                    </a:lnTo>
                    <a:lnTo>
                      <a:pt x="493" y="895"/>
                    </a:lnTo>
                    <a:lnTo>
                      <a:pt x="492" y="896"/>
                    </a:lnTo>
                    <a:lnTo>
                      <a:pt x="492" y="896"/>
                    </a:lnTo>
                    <a:lnTo>
                      <a:pt x="494" y="906"/>
                    </a:lnTo>
                    <a:lnTo>
                      <a:pt x="501" y="923"/>
                    </a:lnTo>
                    <a:lnTo>
                      <a:pt x="503" y="923"/>
                    </a:lnTo>
                    <a:lnTo>
                      <a:pt x="499" y="935"/>
                    </a:lnTo>
                    <a:lnTo>
                      <a:pt x="495" y="946"/>
                    </a:lnTo>
                    <a:lnTo>
                      <a:pt x="491" y="962"/>
                    </a:lnTo>
                    <a:lnTo>
                      <a:pt x="490" y="978"/>
                    </a:lnTo>
                    <a:lnTo>
                      <a:pt x="490" y="993"/>
                    </a:lnTo>
                    <a:lnTo>
                      <a:pt x="491" y="1008"/>
                    </a:lnTo>
                    <a:lnTo>
                      <a:pt x="492" y="1011"/>
                    </a:lnTo>
                    <a:lnTo>
                      <a:pt x="493" y="1012"/>
                    </a:lnTo>
                    <a:lnTo>
                      <a:pt x="496" y="1020"/>
                    </a:lnTo>
                    <a:lnTo>
                      <a:pt x="501" y="1028"/>
                    </a:lnTo>
                    <a:lnTo>
                      <a:pt x="504" y="1032"/>
                    </a:lnTo>
                    <a:lnTo>
                      <a:pt x="507" y="1036"/>
                    </a:lnTo>
                    <a:lnTo>
                      <a:pt x="511" y="1040"/>
                    </a:lnTo>
                    <a:lnTo>
                      <a:pt x="514" y="1044"/>
                    </a:lnTo>
                    <a:lnTo>
                      <a:pt x="516" y="1049"/>
                    </a:lnTo>
                    <a:lnTo>
                      <a:pt x="518" y="1058"/>
                    </a:lnTo>
                    <a:lnTo>
                      <a:pt x="520" y="1062"/>
                    </a:lnTo>
                    <a:lnTo>
                      <a:pt x="525" y="1066"/>
                    </a:lnTo>
                    <a:lnTo>
                      <a:pt x="528" y="1067"/>
                    </a:lnTo>
                    <a:lnTo>
                      <a:pt x="532" y="1067"/>
                    </a:lnTo>
                    <a:lnTo>
                      <a:pt x="535" y="1066"/>
                    </a:lnTo>
                    <a:lnTo>
                      <a:pt x="538" y="1067"/>
                    </a:lnTo>
                    <a:lnTo>
                      <a:pt x="542" y="1069"/>
                    </a:lnTo>
                    <a:lnTo>
                      <a:pt x="545" y="1072"/>
                    </a:lnTo>
                    <a:lnTo>
                      <a:pt x="549" y="1075"/>
                    </a:lnTo>
                    <a:lnTo>
                      <a:pt x="552" y="1077"/>
                    </a:lnTo>
                    <a:lnTo>
                      <a:pt x="559" y="1078"/>
                    </a:lnTo>
                    <a:lnTo>
                      <a:pt x="562" y="1079"/>
                    </a:lnTo>
                    <a:lnTo>
                      <a:pt x="564" y="1079"/>
                    </a:lnTo>
                    <a:lnTo>
                      <a:pt x="565" y="1078"/>
                    </a:lnTo>
                    <a:lnTo>
                      <a:pt x="565" y="1074"/>
                    </a:lnTo>
                    <a:lnTo>
                      <a:pt x="567" y="1073"/>
                    </a:lnTo>
                    <a:lnTo>
                      <a:pt x="569" y="1072"/>
                    </a:lnTo>
                    <a:lnTo>
                      <a:pt x="581" y="1072"/>
                    </a:lnTo>
                    <a:lnTo>
                      <a:pt x="587" y="1071"/>
                    </a:lnTo>
                    <a:lnTo>
                      <a:pt x="589" y="1070"/>
                    </a:lnTo>
                    <a:lnTo>
                      <a:pt x="590" y="1069"/>
                    </a:lnTo>
                    <a:lnTo>
                      <a:pt x="591" y="1068"/>
                    </a:lnTo>
                    <a:lnTo>
                      <a:pt x="591" y="1067"/>
                    </a:lnTo>
                    <a:lnTo>
                      <a:pt x="592" y="1067"/>
                    </a:lnTo>
                    <a:lnTo>
                      <a:pt x="599" y="1065"/>
                    </a:lnTo>
                    <a:lnTo>
                      <a:pt x="605" y="1064"/>
                    </a:lnTo>
                    <a:lnTo>
                      <a:pt x="612" y="1063"/>
                    </a:lnTo>
                    <a:lnTo>
                      <a:pt x="613" y="1062"/>
                    </a:lnTo>
                    <a:lnTo>
                      <a:pt x="615" y="1061"/>
                    </a:lnTo>
                    <a:lnTo>
                      <a:pt x="618" y="1058"/>
                    </a:lnTo>
                    <a:lnTo>
                      <a:pt x="622" y="1056"/>
                    </a:lnTo>
                    <a:lnTo>
                      <a:pt x="624" y="1053"/>
                    </a:lnTo>
                    <a:lnTo>
                      <a:pt x="625" y="1052"/>
                    </a:lnTo>
                    <a:lnTo>
                      <a:pt x="625" y="1046"/>
                    </a:lnTo>
                    <a:lnTo>
                      <a:pt x="625" y="1045"/>
                    </a:lnTo>
                    <a:lnTo>
                      <a:pt x="629" y="1037"/>
                    </a:lnTo>
                    <a:lnTo>
                      <a:pt x="632" y="1030"/>
                    </a:lnTo>
                    <a:lnTo>
                      <a:pt x="636" y="1022"/>
                    </a:lnTo>
                    <a:lnTo>
                      <a:pt x="641" y="1016"/>
                    </a:lnTo>
                    <a:lnTo>
                      <a:pt x="645" y="1014"/>
                    </a:lnTo>
                    <a:lnTo>
                      <a:pt x="648" y="1013"/>
                    </a:lnTo>
                    <a:lnTo>
                      <a:pt x="656" y="1013"/>
                    </a:lnTo>
                    <a:lnTo>
                      <a:pt x="660" y="1012"/>
                    </a:lnTo>
                    <a:lnTo>
                      <a:pt x="661" y="1011"/>
                    </a:lnTo>
                    <a:lnTo>
                      <a:pt x="662" y="1011"/>
                    </a:lnTo>
                    <a:lnTo>
                      <a:pt x="663" y="1009"/>
                    </a:lnTo>
                    <a:lnTo>
                      <a:pt x="665" y="1009"/>
                    </a:lnTo>
                    <a:lnTo>
                      <a:pt x="666" y="1008"/>
                    </a:lnTo>
                    <a:lnTo>
                      <a:pt x="667" y="1008"/>
                    </a:lnTo>
                    <a:lnTo>
                      <a:pt x="683" y="1011"/>
                    </a:lnTo>
                    <a:lnTo>
                      <a:pt x="700" y="1014"/>
                    </a:lnTo>
                    <a:lnTo>
                      <a:pt x="701" y="1014"/>
                    </a:lnTo>
                    <a:lnTo>
                      <a:pt x="700" y="1015"/>
                    </a:lnTo>
                    <a:lnTo>
                      <a:pt x="700" y="1015"/>
                    </a:lnTo>
                    <a:lnTo>
                      <a:pt x="699" y="1016"/>
                    </a:lnTo>
                    <a:lnTo>
                      <a:pt x="693" y="1025"/>
                    </a:lnTo>
                    <a:lnTo>
                      <a:pt x="687" y="1033"/>
                    </a:lnTo>
                    <a:lnTo>
                      <a:pt x="687" y="1034"/>
                    </a:lnTo>
                    <a:lnTo>
                      <a:pt x="687" y="1035"/>
                    </a:lnTo>
                    <a:lnTo>
                      <a:pt x="687" y="1038"/>
                    </a:lnTo>
                    <a:lnTo>
                      <a:pt x="686" y="1039"/>
                    </a:lnTo>
                    <a:lnTo>
                      <a:pt x="684" y="1040"/>
                    </a:lnTo>
                    <a:lnTo>
                      <a:pt x="682" y="1042"/>
                    </a:lnTo>
                    <a:lnTo>
                      <a:pt x="682" y="1043"/>
                    </a:lnTo>
                    <a:lnTo>
                      <a:pt x="682" y="1044"/>
                    </a:lnTo>
                    <a:lnTo>
                      <a:pt x="682" y="1044"/>
                    </a:lnTo>
                    <a:lnTo>
                      <a:pt x="688" y="1044"/>
                    </a:lnTo>
                    <a:lnTo>
                      <a:pt x="688" y="1045"/>
                    </a:lnTo>
                    <a:lnTo>
                      <a:pt x="688" y="1046"/>
                    </a:lnTo>
                    <a:lnTo>
                      <a:pt x="687" y="1047"/>
                    </a:lnTo>
                    <a:lnTo>
                      <a:pt x="686" y="1048"/>
                    </a:lnTo>
                    <a:lnTo>
                      <a:pt x="684" y="1049"/>
                    </a:lnTo>
                    <a:lnTo>
                      <a:pt x="683" y="1049"/>
                    </a:lnTo>
                    <a:lnTo>
                      <a:pt x="683" y="1050"/>
                    </a:lnTo>
                    <a:lnTo>
                      <a:pt x="682" y="1055"/>
                    </a:lnTo>
                    <a:lnTo>
                      <a:pt x="682" y="1059"/>
                    </a:lnTo>
                    <a:lnTo>
                      <a:pt x="682" y="1068"/>
                    </a:lnTo>
                    <a:lnTo>
                      <a:pt x="681" y="1071"/>
                    </a:lnTo>
                    <a:lnTo>
                      <a:pt x="680" y="1072"/>
                    </a:lnTo>
                    <a:lnTo>
                      <a:pt x="678" y="1072"/>
                    </a:lnTo>
                    <a:lnTo>
                      <a:pt x="676" y="1072"/>
                    </a:lnTo>
                    <a:lnTo>
                      <a:pt x="675" y="1075"/>
                    </a:lnTo>
                    <a:lnTo>
                      <a:pt x="673" y="1079"/>
                    </a:lnTo>
                    <a:lnTo>
                      <a:pt x="672" y="1083"/>
                    </a:lnTo>
                    <a:lnTo>
                      <a:pt x="673" y="1089"/>
                    </a:lnTo>
                    <a:lnTo>
                      <a:pt x="674" y="1095"/>
                    </a:lnTo>
                    <a:lnTo>
                      <a:pt x="674" y="1100"/>
                    </a:lnTo>
                    <a:lnTo>
                      <a:pt x="672" y="1104"/>
                    </a:lnTo>
                    <a:lnTo>
                      <a:pt x="669" y="1106"/>
                    </a:lnTo>
                    <a:lnTo>
                      <a:pt x="666" y="1108"/>
                    </a:lnTo>
                    <a:lnTo>
                      <a:pt x="663" y="1110"/>
                    </a:lnTo>
                    <a:lnTo>
                      <a:pt x="661" y="1113"/>
                    </a:lnTo>
                    <a:lnTo>
                      <a:pt x="661" y="1115"/>
                    </a:lnTo>
                    <a:lnTo>
                      <a:pt x="661" y="1116"/>
                    </a:lnTo>
                    <a:lnTo>
                      <a:pt x="661" y="1117"/>
                    </a:lnTo>
                    <a:lnTo>
                      <a:pt x="662" y="1118"/>
                    </a:lnTo>
                    <a:lnTo>
                      <a:pt x="665" y="1119"/>
                    </a:lnTo>
                    <a:lnTo>
                      <a:pt x="669" y="1119"/>
                    </a:lnTo>
                    <a:lnTo>
                      <a:pt x="673" y="1118"/>
                    </a:lnTo>
                    <a:lnTo>
                      <a:pt x="678" y="1116"/>
                    </a:lnTo>
                    <a:lnTo>
                      <a:pt x="682" y="1115"/>
                    </a:lnTo>
                    <a:lnTo>
                      <a:pt x="684" y="1113"/>
                    </a:lnTo>
                    <a:lnTo>
                      <a:pt x="686" y="1113"/>
                    </a:lnTo>
                    <a:lnTo>
                      <a:pt x="689" y="1115"/>
                    </a:lnTo>
                    <a:lnTo>
                      <a:pt x="689" y="1115"/>
                    </a:lnTo>
                    <a:lnTo>
                      <a:pt x="691" y="1114"/>
                    </a:lnTo>
                    <a:lnTo>
                      <a:pt x="704" y="1111"/>
                    </a:lnTo>
                    <a:lnTo>
                      <a:pt x="717" y="1109"/>
                    </a:lnTo>
                    <a:lnTo>
                      <a:pt x="722" y="1109"/>
                    </a:lnTo>
                    <a:lnTo>
                      <a:pt x="726" y="1110"/>
                    </a:lnTo>
                    <a:lnTo>
                      <a:pt x="744" y="1112"/>
                    </a:lnTo>
                    <a:lnTo>
                      <a:pt x="761" y="1115"/>
                    </a:lnTo>
                    <a:lnTo>
                      <a:pt x="765" y="1116"/>
                    </a:lnTo>
                    <a:lnTo>
                      <a:pt x="769" y="1117"/>
                    </a:lnTo>
                    <a:lnTo>
                      <a:pt x="772" y="1120"/>
                    </a:lnTo>
                    <a:lnTo>
                      <a:pt x="772" y="1121"/>
                    </a:lnTo>
                    <a:lnTo>
                      <a:pt x="771" y="1122"/>
                    </a:lnTo>
                    <a:lnTo>
                      <a:pt x="770" y="1123"/>
                    </a:lnTo>
                    <a:lnTo>
                      <a:pt x="768" y="1123"/>
                    </a:lnTo>
                    <a:lnTo>
                      <a:pt x="767" y="1124"/>
                    </a:lnTo>
                    <a:lnTo>
                      <a:pt x="766" y="1125"/>
                    </a:lnTo>
                    <a:lnTo>
                      <a:pt x="765" y="1133"/>
                    </a:lnTo>
                    <a:lnTo>
                      <a:pt x="764" y="1140"/>
                    </a:lnTo>
                    <a:lnTo>
                      <a:pt x="764" y="1147"/>
                    </a:lnTo>
                    <a:lnTo>
                      <a:pt x="765" y="1160"/>
                    </a:lnTo>
                    <a:lnTo>
                      <a:pt x="765" y="1160"/>
                    </a:lnTo>
                    <a:lnTo>
                      <a:pt x="764" y="1160"/>
                    </a:lnTo>
                    <a:lnTo>
                      <a:pt x="762" y="1160"/>
                    </a:lnTo>
                    <a:lnTo>
                      <a:pt x="761" y="1163"/>
                    </a:lnTo>
                    <a:lnTo>
                      <a:pt x="761" y="1164"/>
                    </a:lnTo>
                    <a:lnTo>
                      <a:pt x="761" y="1165"/>
                    </a:lnTo>
                    <a:lnTo>
                      <a:pt x="763" y="1179"/>
                    </a:lnTo>
                    <a:lnTo>
                      <a:pt x="766" y="1192"/>
                    </a:lnTo>
                    <a:lnTo>
                      <a:pt x="772" y="1204"/>
                    </a:lnTo>
                    <a:lnTo>
                      <a:pt x="774" y="1207"/>
                    </a:lnTo>
                    <a:lnTo>
                      <a:pt x="777" y="1208"/>
                    </a:lnTo>
                    <a:lnTo>
                      <a:pt x="780" y="1209"/>
                    </a:lnTo>
                    <a:lnTo>
                      <a:pt x="783" y="1211"/>
                    </a:lnTo>
                    <a:lnTo>
                      <a:pt x="786" y="1214"/>
                    </a:lnTo>
                    <a:lnTo>
                      <a:pt x="787" y="1217"/>
                    </a:lnTo>
                    <a:lnTo>
                      <a:pt x="790" y="1220"/>
                    </a:lnTo>
                    <a:lnTo>
                      <a:pt x="792" y="1220"/>
                    </a:lnTo>
                    <a:lnTo>
                      <a:pt x="798" y="1218"/>
                    </a:lnTo>
                    <a:lnTo>
                      <a:pt x="814" y="1215"/>
                    </a:lnTo>
                    <a:lnTo>
                      <a:pt x="821" y="1213"/>
                    </a:lnTo>
                    <a:lnTo>
                      <a:pt x="829" y="1210"/>
                    </a:lnTo>
                    <a:lnTo>
                      <a:pt x="835" y="1206"/>
                    </a:lnTo>
                    <a:lnTo>
                      <a:pt x="839" y="1201"/>
                    </a:lnTo>
                    <a:lnTo>
                      <a:pt x="840" y="1201"/>
                    </a:lnTo>
                    <a:lnTo>
                      <a:pt x="846" y="1200"/>
                    </a:lnTo>
                    <a:lnTo>
                      <a:pt x="852" y="1200"/>
                    </a:lnTo>
                    <a:lnTo>
                      <a:pt x="859" y="1201"/>
                    </a:lnTo>
                    <a:lnTo>
                      <a:pt x="865" y="1202"/>
                    </a:lnTo>
                    <a:lnTo>
                      <a:pt x="871" y="1205"/>
                    </a:lnTo>
                    <a:lnTo>
                      <a:pt x="876" y="1206"/>
                    </a:lnTo>
                    <a:lnTo>
                      <a:pt x="879" y="1207"/>
                    </a:lnTo>
                    <a:lnTo>
                      <a:pt x="880" y="1208"/>
                    </a:lnTo>
                    <a:lnTo>
                      <a:pt x="888" y="1208"/>
                    </a:lnTo>
                    <a:lnTo>
                      <a:pt x="890" y="1206"/>
                    </a:lnTo>
                    <a:lnTo>
                      <a:pt x="893" y="1204"/>
                    </a:lnTo>
                    <a:lnTo>
                      <a:pt x="898" y="1200"/>
                    </a:lnTo>
                    <a:lnTo>
                      <a:pt x="906" y="1193"/>
                    </a:lnTo>
                    <a:lnTo>
                      <a:pt x="911" y="1188"/>
                    </a:lnTo>
                    <a:lnTo>
                      <a:pt x="914" y="1183"/>
                    </a:lnTo>
                    <a:lnTo>
                      <a:pt x="915" y="1180"/>
                    </a:lnTo>
                    <a:lnTo>
                      <a:pt x="915" y="1178"/>
                    </a:lnTo>
                    <a:lnTo>
                      <a:pt x="914" y="1177"/>
                    </a:lnTo>
                    <a:lnTo>
                      <a:pt x="913" y="1175"/>
                    </a:lnTo>
                    <a:lnTo>
                      <a:pt x="912" y="1175"/>
                    </a:lnTo>
                    <a:lnTo>
                      <a:pt x="910" y="1174"/>
                    </a:lnTo>
                    <a:lnTo>
                      <a:pt x="909" y="1174"/>
                    </a:lnTo>
                    <a:lnTo>
                      <a:pt x="909" y="1173"/>
                    </a:lnTo>
                    <a:lnTo>
                      <a:pt x="910" y="1172"/>
                    </a:lnTo>
                    <a:lnTo>
                      <a:pt x="911" y="1170"/>
                    </a:lnTo>
                    <a:lnTo>
                      <a:pt x="914" y="1167"/>
                    </a:lnTo>
                    <a:lnTo>
                      <a:pt x="919" y="1163"/>
                    </a:lnTo>
                    <a:lnTo>
                      <a:pt x="925" y="1157"/>
                    </a:lnTo>
                    <a:lnTo>
                      <a:pt x="927" y="1156"/>
                    </a:lnTo>
                    <a:lnTo>
                      <a:pt x="930" y="1157"/>
                    </a:lnTo>
                    <a:lnTo>
                      <a:pt x="933" y="1157"/>
                    </a:lnTo>
                    <a:lnTo>
                      <a:pt x="935" y="1157"/>
                    </a:lnTo>
                    <a:lnTo>
                      <a:pt x="936" y="1155"/>
                    </a:lnTo>
                    <a:lnTo>
                      <a:pt x="936" y="1154"/>
                    </a:lnTo>
                    <a:lnTo>
                      <a:pt x="936" y="1153"/>
                    </a:lnTo>
                    <a:lnTo>
                      <a:pt x="936" y="1152"/>
                    </a:lnTo>
                    <a:lnTo>
                      <a:pt x="937" y="1151"/>
                    </a:lnTo>
                    <a:lnTo>
                      <a:pt x="937" y="1150"/>
                    </a:lnTo>
                    <a:lnTo>
                      <a:pt x="942" y="1149"/>
                    </a:lnTo>
                    <a:lnTo>
                      <a:pt x="947" y="1148"/>
                    </a:lnTo>
                    <a:lnTo>
                      <a:pt x="952" y="1147"/>
                    </a:lnTo>
                    <a:lnTo>
                      <a:pt x="953" y="1146"/>
                    </a:lnTo>
                    <a:lnTo>
                      <a:pt x="957" y="1143"/>
                    </a:lnTo>
                    <a:lnTo>
                      <a:pt x="960" y="1140"/>
                    </a:lnTo>
                    <a:lnTo>
                      <a:pt x="964" y="1137"/>
                    </a:lnTo>
                    <a:lnTo>
                      <a:pt x="969" y="1133"/>
                    </a:lnTo>
                    <a:lnTo>
                      <a:pt x="974" y="1130"/>
                    </a:lnTo>
                    <a:lnTo>
                      <a:pt x="978" y="1127"/>
                    </a:lnTo>
                    <a:lnTo>
                      <a:pt x="982" y="1127"/>
                    </a:lnTo>
                    <a:lnTo>
                      <a:pt x="986" y="1128"/>
                    </a:lnTo>
                    <a:lnTo>
                      <a:pt x="986" y="1129"/>
                    </a:lnTo>
                    <a:lnTo>
                      <a:pt x="985" y="1130"/>
                    </a:lnTo>
                    <a:lnTo>
                      <a:pt x="982" y="1131"/>
                    </a:lnTo>
                    <a:lnTo>
                      <a:pt x="979" y="1133"/>
                    </a:lnTo>
                    <a:lnTo>
                      <a:pt x="976" y="1134"/>
                    </a:lnTo>
                    <a:lnTo>
                      <a:pt x="975" y="1136"/>
                    </a:lnTo>
                    <a:lnTo>
                      <a:pt x="975" y="1139"/>
                    </a:lnTo>
                    <a:lnTo>
                      <a:pt x="980" y="1144"/>
                    </a:lnTo>
                    <a:lnTo>
                      <a:pt x="981" y="1147"/>
                    </a:lnTo>
                    <a:lnTo>
                      <a:pt x="981" y="1146"/>
                    </a:lnTo>
                    <a:lnTo>
                      <a:pt x="982" y="1145"/>
                    </a:lnTo>
                    <a:lnTo>
                      <a:pt x="985" y="1143"/>
                    </a:lnTo>
                    <a:lnTo>
                      <a:pt x="989" y="1141"/>
                    </a:lnTo>
                    <a:lnTo>
                      <a:pt x="994" y="1137"/>
                    </a:lnTo>
                    <a:lnTo>
                      <a:pt x="998" y="1134"/>
                    </a:lnTo>
                    <a:lnTo>
                      <a:pt x="1003" y="1131"/>
                    </a:lnTo>
                    <a:lnTo>
                      <a:pt x="1007" y="1128"/>
                    </a:lnTo>
                    <a:lnTo>
                      <a:pt x="1010" y="1126"/>
                    </a:lnTo>
                    <a:lnTo>
                      <a:pt x="1014" y="1125"/>
                    </a:lnTo>
                    <a:lnTo>
                      <a:pt x="1018" y="1123"/>
                    </a:lnTo>
                    <a:lnTo>
                      <a:pt x="1023" y="1122"/>
                    </a:lnTo>
                    <a:lnTo>
                      <a:pt x="1028" y="1121"/>
                    </a:lnTo>
                    <a:lnTo>
                      <a:pt x="1031" y="1121"/>
                    </a:lnTo>
                    <a:lnTo>
                      <a:pt x="1034" y="1123"/>
                    </a:lnTo>
                    <a:lnTo>
                      <a:pt x="1036" y="1126"/>
                    </a:lnTo>
                    <a:lnTo>
                      <a:pt x="1036" y="1129"/>
                    </a:lnTo>
                    <a:lnTo>
                      <a:pt x="1036" y="1130"/>
                    </a:lnTo>
                    <a:lnTo>
                      <a:pt x="1036" y="1131"/>
                    </a:lnTo>
                    <a:lnTo>
                      <a:pt x="1038" y="1131"/>
                    </a:lnTo>
                    <a:lnTo>
                      <a:pt x="1043" y="1131"/>
                    </a:lnTo>
                    <a:lnTo>
                      <a:pt x="1044" y="1131"/>
                    </a:lnTo>
                    <a:lnTo>
                      <a:pt x="1047" y="1129"/>
                    </a:lnTo>
                    <a:lnTo>
                      <a:pt x="1051" y="1127"/>
                    </a:lnTo>
                    <a:lnTo>
                      <a:pt x="1055" y="1125"/>
                    </a:lnTo>
                    <a:lnTo>
                      <a:pt x="1060" y="1123"/>
                    </a:lnTo>
                    <a:lnTo>
                      <a:pt x="1064" y="1120"/>
                    </a:lnTo>
                    <a:lnTo>
                      <a:pt x="1067" y="1119"/>
                    </a:lnTo>
                    <a:lnTo>
                      <a:pt x="1068" y="1118"/>
                    </a:lnTo>
                    <a:lnTo>
                      <a:pt x="1069" y="1118"/>
                    </a:lnTo>
                    <a:lnTo>
                      <a:pt x="1070" y="1119"/>
                    </a:lnTo>
                    <a:lnTo>
                      <a:pt x="1071" y="1120"/>
                    </a:lnTo>
                    <a:lnTo>
                      <a:pt x="1072" y="1122"/>
                    </a:lnTo>
                    <a:lnTo>
                      <a:pt x="1073" y="1122"/>
                    </a:lnTo>
                    <a:lnTo>
                      <a:pt x="1079" y="1123"/>
                    </a:lnTo>
                    <a:lnTo>
                      <a:pt x="1086" y="1121"/>
                    </a:lnTo>
                    <a:lnTo>
                      <a:pt x="1088" y="1120"/>
                    </a:lnTo>
                    <a:lnTo>
                      <a:pt x="1089" y="1119"/>
                    </a:lnTo>
                    <a:lnTo>
                      <a:pt x="1090" y="1118"/>
                    </a:lnTo>
                    <a:lnTo>
                      <a:pt x="1091" y="1117"/>
                    </a:lnTo>
                    <a:lnTo>
                      <a:pt x="1095" y="1114"/>
                    </a:lnTo>
                    <a:lnTo>
                      <a:pt x="1100" y="1112"/>
                    </a:lnTo>
                    <a:lnTo>
                      <a:pt x="1104" y="1108"/>
                    </a:lnTo>
                    <a:lnTo>
                      <a:pt x="1107" y="1104"/>
                    </a:lnTo>
                    <a:lnTo>
                      <a:pt x="1107" y="1103"/>
                    </a:lnTo>
                    <a:lnTo>
                      <a:pt x="1105" y="1103"/>
                    </a:lnTo>
                    <a:lnTo>
                      <a:pt x="1104" y="1104"/>
                    </a:lnTo>
                    <a:lnTo>
                      <a:pt x="1103" y="1104"/>
                    </a:lnTo>
                    <a:lnTo>
                      <a:pt x="1106" y="1102"/>
                    </a:lnTo>
                    <a:lnTo>
                      <a:pt x="1109" y="1101"/>
                    </a:lnTo>
                    <a:lnTo>
                      <a:pt x="1114" y="1099"/>
                    </a:lnTo>
                    <a:lnTo>
                      <a:pt x="1119" y="1095"/>
                    </a:lnTo>
                    <a:lnTo>
                      <a:pt x="1124" y="1092"/>
                    </a:lnTo>
                    <a:lnTo>
                      <a:pt x="1129" y="1089"/>
                    </a:lnTo>
                    <a:lnTo>
                      <a:pt x="1133" y="1088"/>
                    </a:lnTo>
                    <a:lnTo>
                      <a:pt x="1134" y="1088"/>
                    </a:lnTo>
                    <a:lnTo>
                      <a:pt x="1134" y="1088"/>
                    </a:lnTo>
                    <a:lnTo>
                      <a:pt x="1132" y="1090"/>
                    </a:lnTo>
                    <a:lnTo>
                      <a:pt x="1131" y="1091"/>
                    </a:lnTo>
                    <a:lnTo>
                      <a:pt x="1130" y="1092"/>
                    </a:lnTo>
                    <a:lnTo>
                      <a:pt x="1128" y="1094"/>
                    </a:lnTo>
                    <a:lnTo>
                      <a:pt x="1126" y="1095"/>
                    </a:lnTo>
                    <a:lnTo>
                      <a:pt x="1124" y="1096"/>
                    </a:lnTo>
                    <a:lnTo>
                      <a:pt x="1121" y="1097"/>
                    </a:lnTo>
                    <a:lnTo>
                      <a:pt x="1118" y="1098"/>
                    </a:lnTo>
                    <a:lnTo>
                      <a:pt x="1117" y="1100"/>
                    </a:lnTo>
                    <a:lnTo>
                      <a:pt x="1116" y="1101"/>
                    </a:lnTo>
                    <a:lnTo>
                      <a:pt x="1117" y="1103"/>
                    </a:lnTo>
                    <a:lnTo>
                      <a:pt x="1120" y="1106"/>
                    </a:lnTo>
                    <a:lnTo>
                      <a:pt x="1124" y="1108"/>
                    </a:lnTo>
                    <a:lnTo>
                      <a:pt x="1128" y="1108"/>
                    </a:lnTo>
                    <a:lnTo>
                      <a:pt x="1129" y="1108"/>
                    </a:lnTo>
                    <a:lnTo>
                      <a:pt x="1131" y="1106"/>
                    </a:lnTo>
                    <a:lnTo>
                      <a:pt x="1132" y="1106"/>
                    </a:lnTo>
                    <a:lnTo>
                      <a:pt x="1133" y="1105"/>
                    </a:lnTo>
                    <a:lnTo>
                      <a:pt x="1135" y="1105"/>
                    </a:lnTo>
                    <a:lnTo>
                      <a:pt x="1138" y="1108"/>
                    </a:lnTo>
                    <a:lnTo>
                      <a:pt x="1141" y="1112"/>
                    </a:lnTo>
                    <a:lnTo>
                      <a:pt x="1142" y="1117"/>
                    </a:lnTo>
                    <a:lnTo>
                      <a:pt x="1147" y="1114"/>
                    </a:lnTo>
                    <a:lnTo>
                      <a:pt x="1152" y="1112"/>
                    </a:lnTo>
                    <a:lnTo>
                      <a:pt x="1158" y="1110"/>
                    </a:lnTo>
                    <a:lnTo>
                      <a:pt x="1164" y="1108"/>
                    </a:lnTo>
                    <a:lnTo>
                      <a:pt x="1170" y="1109"/>
                    </a:lnTo>
                    <a:lnTo>
                      <a:pt x="1175" y="1111"/>
                    </a:lnTo>
                    <a:lnTo>
                      <a:pt x="1179" y="1115"/>
                    </a:lnTo>
                    <a:lnTo>
                      <a:pt x="1179" y="1118"/>
                    </a:lnTo>
                    <a:lnTo>
                      <a:pt x="1175" y="1127"/>
                    </a:lnTo>
                    <a:lnTo>
                      <a:pt x="1174" y="1130"/>
                    </a:lnTo>
                    <a:lnTo>
                      <a:pt x="1175" y="1131"/>
                    </a:lnTo>
                    <a:lnTo>
                      <a:pt x="1179" y="1132"/>
                    </a:lnTo>
                    <a:lnTo>
                      <a:pt x="1182" y="1130"/>
                    </a:lnTo>
                    <a:lnTo>
                      <a:pt x="1187" y="1127"/>
                    </a:lnTo>
                    <a:lnTo>
                      <a:pt x="1190" y="1124"/>
                    </a:lnTo>
                    <a:lnTo>
                      <a:pt x="1194" y="1123"/>
                    </a:lnTo>
                    <a:lnTo>
                      <a:pt x="1195" y="1124"/>
                    </a:lnTo>
                    <a:lnTo>
                      <a:pt x="1195" y="1126"/>
                    </a:lnTo>
                    <a:lnTo>
                      <a:pt x="1194" y="1129"/>
                    </a:lnTo>
                    <a:lnTo>
                      <a:pt x="1193" y="1131"/>
                    </a:lnTo>
                    <a:lnTo>
                      <a:pt x="1192" y="1133"/>
                    </a:lnTo>
                    <a:lnTo>
                      <a:pt x="1193" y="1133"/>
                    </a:lnTo>
                    <a:lnTo>
                      <a:pt x="1198" y="1131"/>
                    </a:lnTo>
                    <a:lnTo>
                      <a:pt x="1203" y="1128"/>
                    </a:lnTo>
                    <a:lnTo>
                      <a:pt x="1206" y="1124"/>
                    </a:lnTo>
                    <a:lnTo>
                      <a:pt x="1211" y="1119"/>
                    </a:lnTo>
                    <a:lnTo>
                      <a:pt x="1211" y="1116"/>
                    </a:lnTo>
                    <a:lnTo>
                      <a:pt x="1211" y="1115"/>
                    </a:lnTo>
                    <a:lnTo>
                      <a:pt x="1216" y="1112"/>
                    </a:lnTo>
                    <a:lnTo>
                      <a:pt x="1218" y="1110"/>
                    </a:lnTo>
                    <a:lnTo>
                      <a:pt x="1220" y="1109"/>
                    </a:lnTo>
                    <a:lnTo>
                      <a:pt x="1220" y="1110"/>
                    </a:lnTo>
                    <a:lnTo>
                      <a:pt x="1220" y="1111"/>
                    </a:lnTo>
                    <a:lnTo>
                      <a:pt x="1220" y="1112"/>
                    </a:lnTo>
                    <a:lnTo>
                      <a:pt x="1220" y="1115"/>
                    </a:lnTo>
                    <a:lnTo>
                      <a:pt x="1220" y="1115"/>
                    </a:lnTo>
                    <a:lnTo>
                      <a:pt x="1222" y="1115"/>
                    </a:lnTo>
                    <a:lnTo>
                      <a:pt x="1225" y="1114"/>
                    </a:lnTo>
                    <a:lnTo>
                      <a:pt x="1231" y="1111"/>
                    </a:lnTo>
                    <a:lnTo>
                      <a:pt x="1232" y="1109"/>
                    </a:lnTo>
                    <a:lnTo>
                      <a:pt x="1233" y="1106"/>
                    </a:lnTo>
                    <a:lnTo>
                      <a:pt x="1233" y="1104"/>
                    </a:lnTo>
                    <a:lnTo>
                      <a:pt x="1235" y="1102"/>
                    </a:lnTo>
                    <a:lnTo>
                      <a:pt x="1239" y="1099"/>
                    </a:lnTo>
                    <a:lnTo>
                      <a:pt x="1243" y="1098"/>
                    </a:lnTo>
                    <a:lnTo>
                      <a:pt x="1245" y="1099"/>
                    </a:lnTo>
                    <a:lnTo>
                      <a:pt x="1248" y="1101"/>
                    </a:lnTo>
                    <a:lnTo>
                      <a:pt x="1250" y="1103"/>
                    </a:lnTo>
                    <a:lnTo>
                      <a:pt x="1253" y="1106"/>
                    </a:lnTo>
                    <a:lnTo>
                      <a:pt x="1257" y="1108"/>
                    </a:lnTo>
                    <a:lnTo>
                      <a:pt x="1258" y="1108"/>
                    </a:lnTo>
                    <a:lnTo>
                      <a:pt x="1258" y="1108"/>
                    </a:lnTo>
                    <a:lnTo>
                      <a:pt x="1258" y="1105"/>
                    </a:lnTo>
                    <a:lnTo>
                      <a:pt x="1259" y="1104"/>
                    </a:lnTo>
                    <a:lnTo>
                      <a:pt x="1263" y="1113"/>
                    </a:lnTo>
                    <a:lnTo>
                      <a:pt x="1271" y="1131"/>
                    </a:lnTo>
                    <a:lnTo>
                      <a:pt x="1271" y="1135"/>
                    </a:lnTo>
                    <a:lnTo>
                      <a:pt x="1269" y="1139"/>
                    </a:lnTo>
                    <a:lnTo>
                      <a:pt x="1266" y="1143"/>
                    </a:lnTo>
                    <a:lnTo>
                      <a:pt x="1262" y="1147"/>
                    </a:lnTo>
                    <a:lnTo>
                      <a:pt x="1256" y="1156"/>
                    </a:lnTo>
                    <a:lnTo>
                      <a:pt x="1252" y="1160"/>
                    </a:lnTo>
                    <a:lnTo>
                      <a:pt x="1249" y="1167"/>
                    </a:lnTo>
                    <a:lnTo>
                      <a:pt x="1246" y="1174"/>
                    </a:lnTo>
                    <a:lnTo>
                      <a:pt x="1243" y="1181"/>
                    </a:lnTo>
                    <a:lnTo>
                      <a:pt x="1239" y="1184"/>
                    </a:lnTo>
                    <a:lnTo>
                      <a:pt x="1236" y="1187"/>
                    </a:lnTo>
                    <a:lnTo>
                      <a:pt x="1233" y="1191"/>
                    </a:lnTo>
                    <a:lnTo>
                      <a:pt x="1232" y="1193"/>
                    </a:lnTo>
                    <a:lnTo>
                      <a:pt x="1234" y="1192"/>
                    </a:lnTo>
                    <a:lnTo>
                      <a:pt x="1235" y="1191"/>
                    </a:lnTo>
                    <a:lnTo>
                      <a:pt x="1237" y="1189"/>
                    </a:lnTo>
                    <a:lnTo>
                      <a:pt x="1240" y="1185"/>
                    </a:lnTo>
                    <a:lnTo>
                      <a:pt x="1244" y="1182"/>
                    </a:lnTo>
                    <a:lnTo>
                      <a:pt x="1244" y="1181"/>
                    </a:lnTo>
                    <a:lnTo>
                      <a:pt x="1244" y="1180"/>
                    </a:lnTo>
                    <a:lnTo>
                      <a:pt x="1245" y="1179"/>
                    </a:lnTo>
                    <a:lnTo>
                      <a:pt x="1245" y="1177"/>
                    </a:lnTo>
                    <a:lnTo>
                      <a:pt x="1246" y="1174"/>
                    </a:lnTo>
                    <a:lnTo>
                      <a:pt x="1248" y="1172"/>
                    </a:lnTo>
                    <a:lnTo>
                      <a:pt x="1249" y="1169"/>
                    </a:lnTo>
                    <a:lnTo>
                      <a:pt x="1250" y="1166"/>
                    </a:lnTo>
                    <a:lnTo>
                      <a:pt x="1253" y="1165"/>
                    </a:lnTo>
                    <a:lnTo>
                      <a:pt x="1249" y="1173"/>
                    </a:lnTo>
                    <a:lnTo>
                      <a:pt x="1251" y="1170"/>
                    </a:lnTo>
                    <a:lnTo>
                      <a:pt x="1253" y="1167"/>
                    </a:lnTo>
                    <a:lnTo>
                      <a:pt x="1255" y="1166"/>
                    </a:lnTo>
                    <a:lnTo>
                      <a:pt x="1256" y="1166"/>
                    </a:lnTo>
                    <a:lnTo>
                      <a:pt x="1257" y="1163"/>
                    </a:lnTo>
                    <a:lnTo>
                      <a:pt x="1258" y="1158"/>
                    </a:lnTo>
                    <a:lnTo>
                      <a:pt x="1260" y="1155"/>
                    </a:lnTo>
                    <a:lnTo>
                      <a:pt x="1263" y="1152"/>
                    </a:lnTo>
                    <a:lnTo>
                      <a:pt x="1266" y="1149"/>
                    </a:lnTo>
                    <a:lnTo>
                      <a:pt x="1275" y="1142"/>
                    </a:lnTo>
                    <a:lnTo>
                      <a:pt x="1278" y="1139"/>
                    </a:lnTo>
                    <a:lnTo>
                      <a:pt x="1281" y="1137"/>
                    </a:lnTo>
                    <a:lnTo>
                      <a:pt x="1282" y="1137"/>
                    </a:lnTo>
                    <a:lnTo>
                      <a:pt x="1281" y="1138"/>
                    </a:lnTo>
                    <a:lnTo>
                      <a:pt x="1279" y="1141"/>
                    </a:lnTo>
                    <a:lnTo>
                      <a:pt x="1277" y="1146"/>
                    </a:lnTo>
                    <a:lnTo>
                      <a:pt x="1271" y="1157"/>
                    </a:lnTo>
                    <a:lnTo>
                      <a:pt x="1267" y="1163"/>
                    </a:lnTo>
                    <a:lnTo>
                      <a:pt x="1267" y="1165"/>
                    </a:lnTo>
                    <a:lnTo>
                      <a:pt x="1266" y="1169"/>
                    </a:lnTo>
                    <a:lnTo>
                      <a:pt x="1264" y="1173"/>
                    </a:lnTo>
                    <a:lnTo>
                      <a:pt x="1262" y="1178"/>
                    </a:lnTo>
                    <a:lnTo>
                      <a:pt x="1262" y="1178"/>
                    </a:lnTo>
                    <a:lnTo>
                      <a:pt x="1263" y="1177"/>
                    </a:lnTo>
                    <a:lnTo>
                      <a:pt x="1263" y="1176"/>
                    </a:lnTo>
                    <a:lnTo>
                      <a:pt x="1264" y="1175"/>
                    </a:lnTo>
                    <a:lnTo>
                      <a:pt x="1264" y="1174"/>
                    </a:lnTo>
                    <a:lnTo>
                      <a:pt x="1265" y="1173"/>
                    </a:lnTo>
                    <a:lnTo>
                      <a:pt x="1272" y="1160"/>
                    </a:lnTo>
                    <a:lnTo>
                      <a:pt x="1274" y="1158"/>
                    </a:lnTo>
                    <a:lnTo>
                      <a:pt x="1275" y="1157"/>
                    </a:lnTo>
                    <a:lnTo>
                      <a:pt x="1276" y="1156"/>
                    </a:lnTo>
                    <a:lnTo>
                      <a:pt x="1278" y="1154"/>
                    </a:lnTo>
                    <a:lnTo>
                      <a:pt x="1278" y="1150"/>
                    </a:lnTo>
                    <a:lnTo>
                      <a:pt x="1280" y="1145"/>
                    </a:lnTo>
                    <a:lnTo>
                      <a:pt x="1284" y="1139"/>
                    </a:lnTo>
                    <a:lnTo>
                      <a:pt x="1285" y="1138"/>
                    </a:lnTo>
                    <a:lnTo>
                      <a:pt x="1290" y="1135"/>
                    </a:lnTo>
                    <a:lnTo>
                      <a:pt x="1296" y="1128"/>
                    </a:lnTo>
                    <a:lnTo>
                      <a:pt x="1299" y="1126"/>
                    </a:lnTo>
                    <a:lnTo>
                      <a:pt x="1302" y="1124"/>
                    </a:lnTo>
                    <a:lnTo>
                      <a:pt x="1306" y="1123"/>
                    </a:lnTo>
                    <a:lnTo>
                      <a:pt x="1312" y="1120"/>
                    </a:lnTo>
                    <a:lnTo>
                      <a:pt x="1312" y="1123"/>
                    </a:lnTo>
                    <a:lnTo>
                      <a:pt x="1311" y="1123"/>
                    </a:lnTo>
                    <a:lnTo>
                      <a:pt x="1309" y="1129"/>
                    </a:lnTo>
                    <a:lnTo>
                      <a:pt x="1307" y="1135"/>
                    </a:lnTo>
                    <a:lnTo>
                      <a:pt x="1305" y="1141"/>
                    </a:lnTo>
                    <a:lnTo>
                      <a:pt x="1305" y="1142"/>
                    </a:lnTo>
                    <a:lnTo>
                      <a:pt x="1308" y="1137"/>
                    </a:lnTo>
                    <a:lnTo>
                      <a:pt x="1309" y="1134"/>
                    </a:lnTo>
                    <a:lnTo>
                      <a:pt x="1311" y="1129"/>
                    </a:lnTo>
                    <a:lnTo>
                      <a:pt x="1312" y="1127"/>
                    </a:lnTo>
                    <a:lnTo>
                      <a:pt x="1313" y="1124"/>
                    </a:lnTo>
                    <a:lnTo>
                      <a:pt x="1321" y="1115"/>
                    </a:lnTo>
                    <a:lnTo>
                      <a:pt x="1323" y="1114"/>
                    </a:lnTo>
                    <a:lnTo>
                      <a:pt x="1324" y="1114"/>
                    </a:lnTo>
                    <a:lnTo>
                      <a:pt x="1325" y="1113"/>
                    </a:lnTo>
                    <a:lnTo>
                      <a:pt x="1327" y="1112"/>
                    </a:lnTo>
                    <a:lnTo>
                      <a:pt x="1333" y="1105"/>
                    </a:lnTo>
                    <a:lnTo>
                      <a:pt x="1338" y="1098"/>
                    </a:lnTo>
                    <a:lnTo>
                      <a:pt x="1343" y="1091"/>
                    </a:lnTo>
                    <a:lnTo>
                      <a:pt x="1345" y="1089"/>
                    </a:lnTo>
                    <a:lnTo>
                      <a:pt x="1349" y="1087"/>
                    </a:lnTo>
                    <a:lnTo>
                      <a:pt x="1350" y="1086"/>
                    </a:lnTo>
                    <a:lnTo>
                      <a:pt x="1352" y="1084"/>
                    </a:lnTo>
                    <a:lnTo>
                      <a:pt x="1354" y="1080"/>
                    </a:lnTo>
                    <a:lnTo>
                      <a:pt x="1357" y="1077"/>
                    </a:lnTo>
                    <a:lnTo>
                      <a:pt x="1359" y="1075"/>
                    </a:lnTo>
                    <a:lnTo>
                      <a:pt x="1362" y="1074"/>
                    </a:lnTo>
                    <a:lnTo>
                      <a:pt x="1363" y="1076"/>
                    </a:lnTo>
                    <a:lnTo>
                      <a:pt x="1363" y="1078"/>
                    </a:lnTo>
                    <a:lnTo>
                      <a:pt x="1362" y="1081"/>
                    </a:lnTo>
                    <a:lnTo>
                      <a:pt x="1360" y="1084"/>
                    </a:lnTo>
                    <a:lnTo>
                      <a:pt x="1358" y="1086"/>
                    </a:lnTo>
                    <a:lnTo>
                      <a:pt x="1357" y="1089"/>
                    </a:lnTo>
                    <a:lnTo>
                      <a:pt x="1354" y="1097"/>
                    </a:lnTo>
                    <a:lnTo>
                      <a:pt x="1350" y="1105"/>
                    </a:lnTo>
                    <a:lnTo>
                      <a:pt x="1337" y="1132"/>
                    </a:lnTo>
                    <a:lnTo>
                      <a:pt x="1322" y="1158"/>
                    </a:lnTo>
                    <a:lnTo>
                      <a:pt x="1306" y="1184"/>
                    </a:lnTo>
                    <a:lnTo>
                      <a:pt x="1290" y="1209"/>
                    </a:lnTo>
                    <a:lnTo>
                      <a:pt x="1293" y="1208"/>
                    </a:lnTo>
                    <a:lnTo>
                      <a:pt x="1266" y="1247"/>
                    </a:lnTo>
                    <a:lnTo>
                      <a:pt x="1237" y="1283"/>
                    </a:lnTo>
                    <a:lnTo>
                      <a:pt x="1206" y="1319"/>
                    </a:lnTo>
                    <a:lnTo>
                      <a:pt x="1173" y="1352"/>
                    </a:lnTo>
                    <a:lnTo>
                      <a:pt x="1138" y="1384"/>
                    </a:lnTo>
                    <a:lnTo>
                      <a:pt x="1102" y="1414"/>
                    </a:lnTo>
                    <a:lnTo>
                      <a:pt x="1064" y="1442"/>
                    </a:lnTo>
                    <a:lnTo>
                      <a:pt x="1024" y="1468"/>
                    </a:lnTo>
                    <a:lnTo>
                      <a:pt x="983" y="1491"/>
                    </a:lnTo>
                    <a:lnTo>
                      <a:pt x="941" y="1513"/>
                    </a:lnTo>
                    <a:lnTo>
                      <a:pt x="898" y="1532"/>
                    </a:lnTo>
                    <a:lnTo>
                      <a:pt x="853" y="1549"/>
                    </a:lnTo>
                    <a:lnTo>
                      <a:pt x="853" y="1547"/>
                    </a:lnTo>
                    <a:lnTo>
                      <a:pt x="862" y="1544"/>
                    </a:lnTo>
                    <a:lnTo>
                      <a:pt x="872" y="1540"/>
                    </a:lnTo>
                    <a:lnTo>
                      <a:pt x="882" y="1535"/>
                    </a:lnTo>
                    <a:lnTo>
                      <a:pt x="892" y="1528"/>
                    </a:lnTo>
                    <a:lnTo>
                      <a:pt x="902" y="1522"/>
                    </a:lnTo>
                    <a:lnTo>
                      <a:pt x="910" y="1515"/>
                    </a:lnTo>
                    <a:lnTo>
                      <a:pt x="916" y="1509"/>
                    </a:lnTo>
                    <a:lnTo>
                      <a:pt x="916" y="1509"/>
                    </a:lnTo>
                    <a:lnTo>
                      <a:pt x="916" y="1509"/>
                    </a:lnTo>
                    <a:lnTo>
                      <a:pt x="915" y="1509"/>
                    </a:lnTo>
                    <a:lnTo>
                      <a:pt x="914" y="1510"/>
                    </a:lnTo>
                    <a:lnTo>
                      <a:pt x="914" y="1510"/>
                    </a:lnTo>
                    <a:lnTo>
                      <a:pt x="916" y="1508"/>
                    </a:lnTo>
                    <a:lnTo>
                      <a:pt x="919" y="1505"/>
                    </a:lnTo>
                    <a:lnTo>
                      <a:pt x="923" y="1501"/>
                    </a:lnTo>
                    <a:lnTo>
                      <a:pt x="929" y="1497"/>
                    </a:lnTo>
                    <a:lnTo>
                      <a:pt x="933" y="1492"/>
                    </a:lnTo>
                    <a:lnTo>
                      <a:pt x="936" y="1487"/>
                    </a:lnTo>
                    <a:lnTo>
                      <a:pt x="938" y="1483"/>
                    </a:lnTo>
                    <a:lnTo>
                      <a:pt x="938" y="1478"/>
                    </a:lnTo>
                    <a:lnTo>
                      <a:pt x="937" y="1477"/>
                    </a:lnTo>
                    <a:lnTo>
                      <a:pt x="935" y="1477"/>
                    </a:lnTo>
                    <a:lnTo>
                      <a:pt x="930" y="1479"/>
                    </a:lnTo>
                    <a:lnTo>
                      <a:pt x="927" y="1480"/>
                    </a:lnTo>
                    <a:lnTo>
                      <a:pt x="902" y="1481"/>
                    </a:lnTo>
                    <a:lnTo>
                      <a:pt x="877" y="1481"/>
                    </a:lnTo>
                    <a:lnTo>
                      <a:pt x="868" y="1481"/>
                    </a:lnTo>
                    <a:lnTo>
                      <a:pt x="862" y="1480"/>
                    </a:lnTo>
                    <a:lnTo>
                      <a:pt x="859" y="1480"/>
                    </a:lnTo>
                    <a:lnTo>
                      <a:pt x="858" y="1479"/>
                    </a:lnTo>
                    <a:lnTo>
                      <a:pt x="859" y="1478"/>
                    </a:lnTo>
                    <a:lnTo>
                      <a:pt x="860" y="1478"/>
                    </a:lnTo>
                    <a:lnTo>
                      <a:pt x="862" y="1477"/>
                    </a:lnTo>
                    <a:lnTo>
                      <a:pt x="865" y="1476"/>
                    </a:lnTo>
                    <a:lnTo>
                      <a:pt x="866" y="1474"/>
                    </a:lnTo>
                    <a:lnTo>
                      <a:pt x="867" y="1472"/>
                    </a:lnTo>
                    <a:lnTo>
                      <a:pt x="866" y="1470"/>
                    </a:lnTo>
                    <a:lnTo>
                      <a:pt x="863" y="1467"/>
                    </a:lnTo>
                    <a:lnTo>
                      <a:pt x="860" y="1465"/>
                    </a:lnTo>
                    <a:lnTo>
                      <a:pt x="855" y="1463"/>
                    </a:lnTo>
                    <a:lnTo>
                      <a:pt x="851" y="1461"/>
                    </a:lnTo>
                    <a:lnTo>
                      <a:pt x="848" y="1458"/>
                    </a:lnTo>
                    <a:lnTo>
                      <a:pt x="848" y="1457"/>
                    </a:lnTo>
                    <a:lnTo>
                      <a:pt x="849" y="1456"/>
                    </a:lnTo>
                    <a:lnTo>
                      <a:pt x="849" y="1455"/>
                    </a:lnTo>
                    <a:lnTo>
                      <a:pt x="843" y="1445"/>
                    </a:lnTo>
                    <a:lnTo>
                      <a:pt x="835" y="1436"/>
                    </a:lnTo>
                    <a:lnTo>
                      <a:pt x="830" y="1433"/>
                    </a:lnTo>
                    <a:lnTo>
                      <a:pt x="825" y="1431"/>
                    </a:lnTo>
                    <a:lnTo>
                      <a:pt x="821" y="1427"/>
                    </a:lnTo>
                    <a:lnTo>
                      <a:pt x="817" y="1422"/>
                    </a:lnTo>
                    <a:lnTo>
                      <a:pt x="815" y="1421"/>
                    </a:lnTo>
                    <a:lnTo>
                      <a:pt x="807" y="1421"/>
                    </a:lnTo>
                    <a:lnTo>
                      <a:pt x="804" y="1420"/>
                    </a:lnTo>
                    <a:lnTo>
                      <a:pt x="804" y="1420"/>
                    </a:lnTo>
                    <a:lnTo>
                      <a:pt x="803" y="1419"/>
                    </a:lnTo>
                    <a:lnTo>
                      <a:pt x="804" y="1418"/>
                    </a:lnTo>
                    <a:lnTo>
                      <a:pt x="804" y="1414"/>
                    </a:lnTo>
                    <a:lnTo>
                      <a:pt x="802" y="1412"/>
                    </a:lnTo>
                    <a:lnTo>
                      <a:pt x="800" y="1411"/>
                    </a:lnTo>
                    <a:lnTo>
                      <a:pt x="797" y="1409"/>
                    </a:lnTo>
                    <a:lnTo>
                      <a:pt x="796" y="1407"/>
                    </a:lnTo>
                    <a:lnTo>
                      <a:pt x="796" y="1404"/>
                    </a:lnTo>
                    <a:lnTo>
                      <a:pt x="798" y="1400"/>
                    </a:lnTo>
                    <a:lnTo>
                      <a:pt x="803" y="1395"/>
                    </a:lnTo>
                    <a:lnTo>
                      <a:pt x="808" y="1391"/>
                    </a:lnTo>
                    <a:lnTo>
                      <a:pt x="812" y="1388"/>
                    </a:lnTo>
                    <a:lnTo>
                      <a:pt x="816" y="1386"/>
                    </a:lnTo>
                    <a:lnTo>
                      <a:pt x="822" y="1384"/>
                    </a:lnTo>
                    <a:lnTo>
                      <a:pt x="823" y="1382"/>
                    </a:lnTo>
                    <a:lnTo>
                      <a:pt x="825" y="1378"/>
                    </a:lnTo>
                    <a:lnTo>
                      <a:pt x="827" y="1373"/>
                    </a:lnTo>
                    <a:lnTo>
                      <a:pt x="828" y="1367"/>
                    </a:lnTo>
                    <a:lnTo>
                      <a:pt x="827" y="1368"/>
                    </a:lnTo>
                    <a:lnTo>
                      <a:pt x="827" y="1369"/>
                    </a:lnTo>
                    <a:lnTo>
                      <a:pt x="826" y="1371"/>
                    </a:lnTo>
                    <a:lnTo>
                      <a:pt x="825" y="1372"/>
                    </a:lnTo>
                    <a:lnTo>
                      <a:pt x="823" y="1372"/>
                    </a:lnTo>
                    <a:lnTo>
                      <a:pt x="820" y="1373"/>
                    </a:lnTo>
                    <a:lnTo>
                      <a:pt x="816" y="1375"/>
                    </a:lnTo>
                    <a:lnTo>
                      <a:pt x="813" y="1376"/>
                    </a:lnTo>
                    <a:lnTo>
                      <a:pt x="810" y="1376"/>
                    </a:lnTo>
                    <a:lnTo>
                      <a:pt x="807" y="1375"/>
                    </a:lnTo>
                    <a:lnTo>
                      <a:pt x="805" y="1372"/>
                    </a:lnTo>
                    <a:lnTo>
                      <a:pt x="805" y="1367"/>
                    </a:lnTo>
                    <a:lnTo>
                      <a:pt x="806" y="1363"/>
                    </a:lnTo>
                    <a:lnTo>
                      <a:pt x="808" y="1359"/>
                    </a:lnTo>
                    <a:lnTo>
                      <a:pt x="811" y="1357"/>
                    </a:lnTo>
                    <a:lnTo>
                      <a:pt x="815" y="1356"/>
                    </a:lnTo>
                    <a:lnTo>
                      <a:pt x="818" y="1354"/>
                    </a:lnTo>
                    <a:lnTo>
                      <a:pt x="821" y="1352"/>
                    </a:lnTo>
                    <a:lnTo>
                      <a:pt x="821" y="1351"/>
                    </a:lnTo>
                    <a:lnTo>
                      <a:pt x="820" y="1351"/>
                    </a:lnTo>
                    <a:lnTo>
                      <a:pt x="819" y="1351"/>
                    </a:lnTo>
                    <a:lnTo>
                      <a:pt x="818" y="1351"/>
                    </a:lnTo>
                    <a:lnTo>
                      <a:pt x="817" y="1350"/>
                    </a:lnTo>
                    <a:lnTo>
                      <a:pt x="817" y="1350"/>
                    </a:lnTo>
                    <a:lnTo>
                      <a:pt x="817" y="1349"/>
                    </a:lnTo>
                    <a:lnTo>
                      <a:pt x="818" y="1347"/>
                    </a:lnTo>
                    <a:lnTo>
                      <a:pt x="821" y="1346"/>
                    </a:lnTo>
                    <a:lnTo>
                      <a:pt x="823" y="1345"/>
                    </a:lnTo>
                    <a:lnTo>
                      <a:pt x="825" y="1343"/>
                    </a:lnTo>
                    <a:lnTo>
                      <a:pt x="826" y="1339"/>
                    </a:lnTo>
                    <a:lnTo>
                      <a:pt x="825" y="1336"/>
                    </a:lnTo>
                    <a:lnTo>
                      <a:pt x="826" y="1332"/>
                    </a:lnTo>
                    <a:lnTo>
                      <a:pt x="829" y="1331"/>
                    </a:lnTo>
                    <a:lnTo>
                      <a:pt x="833" y="1329"/>
                    </a:lnTo>
                    <a:lnTo>
                      <a:pt x="838" y="1327"/>
                    </a:lnTo>
                    <a:lnTo>
                      <a:pt x="846" y="1324"/>
                    </a:lnTo>
                    <a:lnTo>
                      <a:pt x="848" y="1322"/>
                    </a:lnTo>
                    <a:lnTo>
                      <a:pt x="849" y="1321"/>
                    </a:lnTo>
                    <a:lnTo>
                      <a:pt x="849" y="1320"/>
                    </a:lnTo>
                    <a:lnTo>
                      <a:pt x="848" y="1319"/>
                    </a:lnTo>
                    <a:lnTo>
                      <a:pt x="847" y="1319"/>
                    </a:lnTo>
                    <a:lnTo>
                      <a:pt x="846" y="1318"/>
                    </a:lnTo>
                    <a:lnTo>
                      <a:pt x="845" y="1318"/>
                    </a:lnTo>
                    <a:lnTo>
                      <a:pt x="845" y="1318"/>
                    </a:lnTo>
                    <a:lnTo>
                      <a:pt x="853" y="1311"/>
                    </a:lnTo>
                    <a:lnTo>
                      <a:pt x="862" y="1306"/>
                    </a:lnTo>
                    <a:lnTo>
                      <a:pt x="869" y="1299"/>
                    </a:lnTo>
                    <a:lnTo>
                      <a:pt x="870" y="1298"/>
                    </a:lnTo>
                    <a:lnTo>
                      <a:pt x="871" y="1297"/>
                    </a:lnTo>
                    <a:lnTo>
                      <a:pt x="871" y="1294"/>
                    </a:lnTo>
                    <a:lnTo>
                      <a:pt x="871" y="1293"/>
                    </a:lnTo>
                    <a:lnTo>
                      <a:pt x="873" y="1291"/>
                    </a:lnTo>
                    <a:lnTo>
                      <a:pt x="874" y="1290"/>
                    </a:lnTo>
                    <a:lnTo>
                      <a:pt x="878" y="1285"/>
                    </a:lnTo>
                    <a:lnTo>
                      <a:pt x="880" y="1283"/>
                    </a:lnTo>
                    <a:lnTo>
                      <a:pt x="882" y="1281"/>
                    </a:lnTo>
                    <a:lnTo>
                      <a:pt x="883" y="1278"/>
                    </a:lnTo>
                    <a:lnTo>
                      <a:pt x="883" y="1277"/>
                    </a:lnTo>
                    <a:lnTo>
                      <a:pt x="882" y="1277"/>
                    </a:lnTo>
                    <a:lnTo>
                      <a:pt x="880" y="1278"/>
                    </a:lnTo>
                    <a:lnTo>
                      <a:pt x="879" y="1278"/>
                    </a:lnTo>
                    <a:lnTo>
                      <a:pt x="878" y="1279"/>
                    </a:lnTo>
                    <a:lnTo>
                      <a:pt x="877" y="1279"/>
                    </a:lnTo>
                    <a:lnTo>
                      <a:pt x="877" y="1278"/>
                    </a:lnTo>
                    <a:lnTo>
                      <a:pt x="875" y="1271"/>
                    </a:lnTo>
                    <a:lnTo>
                      <a:pt x="876" y="1264"/>
                    </a:lnTo>
                    <a:lnTo>
                      <a:pt x="875" y="1257"/>
                    </a:lnTo>
                    <a:lnTo>
                      <a:pt x="874" y="1249"/>
                    </a:lnTo>
                    <a:lnTo>
                      <a:pt x="873" y="1240"/>
                    </a:lnTo>
                    <a:lnTo>
                      <a:pt x="870" y="1232"/>
                    </a:lnTo>
                    <a:lnTo>
                      <a:pt x="868" y="1229"/>
                    </a:lnTo>
                    <a:lnTo>
                      <a:pt x="865" y="1227"/>
                    </a:lnTo>
                    <a:lnTo>
                      <a:pt x="862" y="1225"/>
                    </a:lnTo>
                    <a:lnTo>
                      <a:pt x="860" y="1221"/>
                    </a:lnTo>
                    <a:lnTo>
                      <a:pt x="860" y="1220"/>
                    </a:lnTo>
                    <a:lnTo>
                      <a:pt x="858" y="1220"/>
                    </a:lnTo>
                    <a:lnTo>
                      <a:pt x="858" y="1220"/>
                    </a:lnTo>
                    <a:lnTo>
                      <a:pt x="859" y="1219"/>
                    </a:lnTo>
                    <a:lnTo>
                      <a:pt x="859" y="1218"/>
                    </a:lnTo>
                    <a:lnTo>
                      <a:pt x="859" y="1217"/>
                    </a:lnTo>
                    <a:lnTo>
                      <a:pt x="859" y="1216"/>
                    </a:lnTo>
                    <a:lnTo>
                      <a:pt x="858" y="1215"/>
                    </a:lnTo>
                    <a:lnTo>
                      <a:pt x="858" y="1215"/>
                    </a:lnTo>
                    <a:lnTo>
                      <a:pt x="858" y="1215"/>
                    </a:lnTo>
                    <a:lnTo>
                      <a:pt x="858" y="1214"/>
                    </a:lnTo>
                    <a:lnTo>
                      <a:pt x="858" y="1214"/>
                    </a:lnTo>
                    <a:lnTo>
                      <a:pt x="859" y="1213"/>
                    </a:lnTo>
                    <a:lnTo>
                      <a:pt x="859" y="1213"/>
                    </a:lnTo>
                    <a:lnTo>
                      <a:pt x="855" y="1211"/>
                    </a:lnTo>
                    <a:lnTo>
                      <a:pt x="852" y="1210"/>
                    </a:lnTo>
                    <a:lnTo>
                      <a:pt x="849" y="1209"/>
                    </a:lnTo>
                    <a:lnTo>
                      <a:pt x="844" y="1210"/>
                    </a:lnTo>
                    <a:lnTo>
                      <a:pt x="839" y="1212"/>
                    </a:lnTo>
                    <a:lnTo>
                      <a:pt x="834" y="1216"/>
                    </a:lnTo>
                    <a:lnTo>
                      <a:pt x="829" y="1220"/>
                    </a:lnTo>
                    <a:lnTo>
                      <a:pt x="825" y="1224"/>
                    </a:lnTo>
                    <a:lnTo>
                      <a:pt x="823" y="1226"/>
                    </a:lnTo>
                    <a:lnTo>
                      <a:pt x="822" y="1230"/>
                    </a:lnTo>
                    <a:lnTo>
                      <a:pt x="823" y="1234"/>
                    </a:lnTo>
                    <a:lnTo>
                      <a:pt x="824" y="1238"/>
                    </a:lnTo>
                    <a:lnTo>
                      <a:pt x="823" y="1241"/>
                    </a:lnTo>
                    <a:lnTo>
                      <a:pt x="821" y="1243"/>
                    </a:lnTo>
                    <a:lnTo>
                      <a:pt x="817" y="1244"/>
                    </a:lnTo>
                    <a:lnTo>
                      <a:pt x="814" y="1243"/>
                    </a:lnTo>
                    <a:lnTo>
                      <a:pt x="813" y="1241"/>
                    </a:lnTo>
                    <a:lnTo>
                      <a:pt x="813" y="1239"/>
                    </a:lnTo>
                    <a:lnTo>
                      <a:pt x="814" y="1237"/>
                    </a:lnTo>
                    <a:lnTo>
                      <a:pt x="813" y="1235"/>
                    </a:lnTo>
                    <a:lnTo>
                      <a:pt x="812" y="1233"/>
                    </a:lnTo>
                    <a:lnTo>
                      <a:pt x="810" y="1233"/>
                    </a:lnTo>
                    <a:lnTo>
                      <a:pt x="807" y="1235"/>
                    </a:lnTo>
                    <a:lnTo>
                      <a:pt x="805" y="1237"/>
                    </a:lnTo>
                    <a:lnTo>
                      <a:pt x="803" y="1238"/>
                    </a:lnTo>
                    <a:lnTo>
                      <a:pt x="800" y="1236"/>
                    </a:lnTo>
                    <a:lnTo>
                      <a:pt x="797" y="1234"/>
                    </a:lnTo>
                    <a:lnTo>
                      <a:pt x="794" y="1231"/>
                    </a:lnTo>
                    <a:lnTo>
                      <a:pt x="791" y="1230"/>
                    </a:lnTo>
                    <a:lnTo>
                      <a:pt x="787" y="1231"/>
                    </a:lnTo>
                    <a:lnTo>
                      <a:pt x="784" y="1234"/>
                    </a:lnTo>
                    <a:lnTo>
                      <a:pt x="780" y="1236"/>
                    </a:lnTo>
                    <a:lnTo>
                      <a:pt x="777" y="1237"/>
                    </a:lnTo>
                    <a:lnTo>
                      <a:pt x="775" y="1235"/>
                    </a:lnTo>
                    <a:lnTo>
                      <a:pt x="774" y="1233"/>
                    </a:lnTo>
                    <a:lnTo>
                      <a:pt x="774" y="1230"/>
                    </a:lnTo>
                    <a:lnTo>
                      <a:pt x="772" y="1228"/>
                    </a:lnTo>
                    <a:lnTo>
                      <a:pt x="769" y="1227"/>
                    </a:lnTo>
                    <a:lnTo>
                      <a:pt x="767" y="1228"/>
                    </a:lnTo>
                    <a:lnTo>
                      <a:pt x="764" y="1229"/>
                    </a:lnTo>
                    <a:lnTo>
                      <a:pt x="762" y="1229"/>
                    </a:lnTo>
                    <a:lnTo>
                      <a:pt x="761" y="1230"/>
                    </a:lnTo>
                    <a:lnTo>
                      <a:pt x="761" y="1228"/>
                    </a:lnTo>
                    <a:lnTo>
                      <a:pt x="762" y="1227"/>
                    </a:lnTo>
                    <a:lnTo>
                      <a:pt x="764" y="1224"/>
                    </a:lnTo>
                    <a:lnTo>
                      <a:pt x="763" y="1223"/>
                    </a:lnTo>
                    <a:lnTo>
                      <a:pt x="760" y="1219"/>
                    </a:lnTo>
                    <a:lnTo>
                      <a:pt x="758" y="1216"/>
                    </a:lnTo>
                    <a:lnTo>
                      <a:pt x="756" y="1215"/>
                    </a:lnTo>
                    <a:lnTo>
                      <a:pt x="754" y="1216"/>
                    </a:lnTo>
                    <a:lnTo>
                      <a:pt x="753" y="1217"/>
                    </a:lnTo>
                    <a:lnTo>
                      <a:pt x="750" y="1219"/>
                    </a:lnTo>
                    <a:lnTo>
                      <a:pt x="748" y="1218"/>
                    </a:lnTo>
                    <a:lnTo>
                      <a:pt x="745" y="1216"/>
                    </a:lnTo>
                    <a:lnTo>
                      <a:pt x="744" y="1216"/>
                    </a:lnTo>
                    <a:lnTo>
                      <a:pt x="744" y="1215"/>
                    </a:lnTo>
                    <a:lnTo>
                      <a:pt x="744" y="1213"/>
                    </a:lnTo>
                    <a:lnTo>
                      <a:pt x="743" y="1212"/>
                    </a:lnTo>
                    <a:lnTo>
                      <a:pt x="743" y="1211"/>
                    </a:lnTo>
                    <a:lnTo>
                      <a:pt x="743" y="1210"/>
                    </a:lnTo>
                    <a:lnTo>
                      <a:pt x="739" y="1209"/>
                    </a:lnTo>
                    <a:lnTo>
                      <a:pt x="735" y="1208"/>
                    </a:lnTo>
                    <a:lnTo>
                      <a:pt x="732" y="1206"/>
                    </a:lnTo>
                    <a:lnTo>
                      <a:pt x="729" y="1202"/>
                    </a:lnTo>
                    <a:lnTo>
                      <a:pt x="726" y="1198"/>
                    </a:lnTo>
                    <a:lnTo>
                      <a:pt x="724" y="1194"/>
                    </a:lnTo>
                    <a:lnTo>
                      <a:pt x="720" y="1191"/>
                    </a:lnTo>
                    <a:lnTo>
                      <a:pt x="717" y="1188"/>
                    </a:lnTo>
                    <a:lnTo>
                      <a:pt x="712" y="1186"/>
                    </a:lnTo>
                    <a:lnTo>
                      <a:pt x="708" y="1184"/>
                    </a:lnTo>
                    <a:lnTo>
                      <a:pt x="707" y="1183"/>
                    </a:lnTo>
                    <a:lnTo>
                      <a:pt x="705" y="1180"/>
                    </a:lnTo>
                    <a:lnTo>
                      <a:pt x="704" y="1179"/>
                    </a:lnTo>
                    <a:lnTo>
                      <a:pt x="703" y="1177"/>
                    </a:lnTo>
                    <a:lnTo>
                      <a:pt x="695" y="1173"/>
                    </a:lnTo>
                    <a:lnTo>
                      <a:pt x="691" y="1172"/>
                    </a:lnTo>
                    <a:lnTo>
                      <a:pt x="687" y="1169"/>
                    </a:lnTo>
                    <a:lnTo>
                      <a:pt x="685" y="1167"/>
                    </a:lnTo>
                    <a:lnTo>
                      <a:pt x="685" y="1166"/>
                    </a:lnTo>
                    <a:lnTo>
                      <a:pt x="686" y="1166"/>
                    </a:lnTo>
                    <a:lnTo>
                      <a:pt x="692" y="1166"/>
                    </a:lnTo>
                    <a:lnTo>
                      <a:pt x="692" y="1165"/>
                    </a:lnTo>
                    <a:lnTo>
                      <a:pt x="690" y="1161"/>
                    </a:lnTo>
                    <a:lnTo>
                      <a:pt x="686" y="1159"/>
                    </a:lnTo>
                    <a:lnTo>
                      <a:pt x="682" y="1158"/>
                    </a:lnTo>
                    <a:lnTo>
                      <a:pt x="681" y="1158"/>
                    </a:lnTo>
                    <a:lnTo>
                      <a:pt x="681" y="1163"/>
                    </a:lnTo>
                    <a:lnTo>
                      <a:pt x="681" y="1163"/>
                    </a:lnTo>
                    <a:lnTo>
                      <a:pt x="675" y="1162"/>
                    </a:lnTo>
                    <a:lnTo>
                      <a:pt x="666" y="1160"/>
                    </a:lnTo>
                    <a:lnTo>
                      <a:pt x="656" y="1158"/>
                    </a:lnTo>
                    <a:lnTo>
                      <a:pt x="645" y="1156"/>
                    </a:lnTo>
                    <a:lnTo>
                      <a:pt x="633" y="1154"/>
                    </a:lnTo>
                    <a:lnTo>
                      <a:pt x="622" y="1151"/>
                    </a:lnTo>
                    <a:lnTo>
                      <a:pt x="611" y="1148"/>
                    </a:lnTo>
                    <a:lnTo>
                      <a:pt x="603" y="1145"/>
                    </a:lnTo>
                    <a:lnTo>
                      <a:pt x="596" y="1142"/>
                    </a:lnTo>
                    <a:lnTo>
                      <a:pt x="592" y="1139"/>
                    </a:lnTo>
                    <a:lnTo>
                      <a:pt x="589" y="1136"/>
                    </a:lnTo>
                    <a:lnTo>
                      <a:pt x="586" y="1131"/>
                    </a:lnTo>
                    <a:lnTo>
                      <a:pt x="583" y="1130"/>
                    </a:lnTo>
                    <a:lnTo>
                      <a:pt x="582" y="1130"/>
                    </a:lnTo>
                    <a:lnTo>
                      <a:pt x="581" y="1130"/>
                    </a:lnTo>
                    <a:lnTo>
                      <a:pt x="578" y="1128"/>
                    </a:lnTo>
                    <a:lnTo>
                      <a:pt x="577" y="1126"/>
                    </a:lnTo>
                    <a:lnTo>
                      <a:pt x="578" y="1126"/>
                    </a:lnTo>
                    <a:lnTo>
                      <a:pt x="578" y="1126"/>
                    </a:lnTo>
                    <a:lnTo>
                      <a:pt x="577" y="1125"/>
                    </a:lnTo>
                    <a:lnTo>
                      <a:pt x="574" y="1123"/>
                    </a:lnTo>
                    <a:lnTo>
                      <a:pt x="570" y="1120"/>
                    </a:lnTo>
                    <a:lnTo>
                      <a:pt x="566" y="1118"/>
                    </a:lnTo>
                    <a:lnTo>
                      <a:pt x="564" y="1117"/>
                    </a:lnTo>
                    <a:lnTo>
                      <a:pt x="563" y="1116"/>
                    </a:lnTo>
                    <a:lnTo>
                      <a:pt x="562" y="1117"/>
                    </a:lnTo>
                    <a:lnTo>
                      <a:pt x="562" y="1117"/>
                    </a:lnTo>
                    <a:lnTo>
                      <a:pt x="560" y="1117"/>
                    </a:lnTo>
                    <a:lnTo>
                      <a:pt x="558" y="1117"/>
                    </a:lnTo>
                    <a:lnTo>
                      <a:pt x="553" y="1115"/>
                    </a:lnTo>
                    <a:lnTo>
                      <a:pt x="547" y="1113"/>
                    </a:lnTo>
                    <a:lnTo>
                      <a:pt x="546" y="1112"/>
                    </a:lnTo>
                    <a:lnTo>
                      <a:pt x="546" y="1111"/>
                    </a:lnTo>
                    <a:lnTo>
                      <a:pt x="546" y="1110"/>
                    </a:lnTo>
                    <a:lnTo>
                      <a:pt x="546" y="1109"/>
                    </a:lnTo>
                    <a:lnTo>
                      <a:pt x="545" y="1109"/>
                    </a:lnTo>
                    <a:lnTo>
                      <a:pt x="545" y="1109"/>
                    </a:lnTo>
                    <a:lnTo>
                      <a:pt x="541" y="1110"/>
                    </a:lnTo>
                    <a:lnTo>
                      <a:pt x="539" y="1112"/>
                    </a:lnTo>
                    <a:lnTo>
                      <a:pt x="536" y="1115"/>
                    </a:lnTo>
                    <a:lnTo>
                      <a:pt x="534" y="1116"/>
                    </a:lnTo>
                    <a:lnTo>
                      <a:pt x="533" y="1117"/>
                    </a:lnTo>
                    <a:lnTo>
                      <a:pt x="530" y="1118"/>
                    </a:lnTo>
                    <a:lnTo>
                      <a:pt x="517" y="1121"/>
                    </a:lnTo>
                    <a:lnTo>
                      <a:pt x="514" y="1122"/>
                    </a:lnTo>
                    <a:lnTo>
                      <a:pt x="513" y="1122"/>
                    </a:lnTo>
                    <a:lnTo>
                      <a:pt x="508" y="1120"/>
                    </a:lnTo>
                    <a:lnTo>
                      <a:pt x="504" y="1118"/>
                    </a:lnTo>
                    <a:lnTo>
                      <a:pt x="499" y="1117"/>
                    </a:lnTo>
                    <a:lnTo>
                      <a:pt x="493" y="1116"/>
                    </a:lnTo>
                    <a:lnTo>
                      <a:pt x="488" y="1115"/>
                    </a:lnTo>
                    <a:lnTo>
                      <a:pt x="486" y="1115"/>
                    </a:lnTo>
                    <a:lnTo>
                      <a:pt x="484" y="1113"/>
                    </a:lnTo>
                    <a:lnTo>
                      <a:pt x="482" y="1112"/>
                    </a:lnTo>
                    <a:lnTo>
                      <a:pt x="481" y="1111"/>
                    </a:lnTo>
                    <a:lnTo>
                      <a:pt x="478" y="1110"/>
                    </a:lnTo>
                    <a:lnTo>
                      <a:pt x="476" y="1109"/>
                    </a:lnTo>
                    <a:lnTo>
                      <a:pt x="473" y="1109"/>
                    </a:lnTo>
                    <a:lnTo>
                      <a:pt x="472" y="1108"/>
                    </a:lnTo>
                    <a:lnTo>
                      <a:pt x="470" y="1105"/>
                    </a:lnTo>
                    <a:lnTo>
                      <a:pt x="469" y="1104"/>
                    </a:lnTo>
                    <a:lnTo>
                      <a:pt x="468" y="1104"/>
                    </a:lnTo>
                    <a:lnTo>
                      <a:pt x="462" y="1102"/>
                    </a:lnTo>
                    <a:lnTo>
                      <a:pt x="456" y="1101"/>
                    </a:lnTo>
                    <a:lnTo>
                      <a:pt x="450" y="1100"/>
                    </a:lnTo>
                    <a:lnTo>
                      <a:pt x="449" y="1099"/>
                    </a:lnTo>
                    <a:lnTo>
                      <a:pt x="449" y="1098"/>
                    </a:lnTo>
                    <a:lnTo>
                      <a:pt x="447" y="1097"/>
                    </a:lnTo>
                    <a:lnTo>
                      <a:pt x="439" y="1094"/>
                    </a:lnTo>
                    <a:lnTo>
                      <a:pt x="432" y="1090"/>
                    </a:lnTo>
                    <a:lnTo>
                      <a:pt x="424" y="1087"/>
                    </a:lnTo>
                    <a:lnTo>
                      <a:pt x="424" y="1087"/>
                    </a:lnTo>
                    <a:lnTo>
                      <a:pt x="424" y="1086"/>
                    </a:lnTo>
                    <a:lnTo>
                      <a:pt x="413" y="1076"/>
                    </a:lnTo>
                    <a:lnTo>
                      <a:pt x="408" y="1073"/>
                    </a:lnTo>
                    <a:lnTo>
                      <a:pt x="403" y="1071"/>
                    </a:lnTo>
                    <a:lnTo>
                      <a:pt x="398" y="1071"/>
                    </a:lnTo>
                    <a:lnTo>
                      <a:pt x="393" y="1070"/>
                    </a:lnTo>
                    <a:lnTo>
                      <a:pt x="387" y="1068"/>
                    </a:lnTo>
                    <a:lnTo>
                      <a:pt x="383" y="1066"/>
                    </a:lnTo>
                    <a:lnTo>
                      <a:pt x="380" y="1064"/>
                    </a:lnTo>
                    <a:lnTo>
                      <a:pt x="379" y="1063"/>
                    </a:lnTo>
                    <a:lnTo>
                      <a:pt x="379" y="1062"/>
                    </a:lnTo>
                    <a:lnTo>
                      <a:pt x="378" y="1061"/>
                    </a:lnTo>
                    <a:lnTo>
                      <a:pt x="377" y="1059"/>
                    </a:lnTo>
                    <a:lnTo>
                      <a:pt x="374" y="1056"/>
                    </a:lnTo>
                    <a:lnTo>
                      <a:pt x="370" y="1051"/>
                    </a:lnTo>
                    <a:lnTo>
                      <a:pt x="368" y="1050"/>
                    </a:lnTo>
                    <a:lnTo>
                      <a:pt x="364" y="1049"/>
                    </a:lnTo>
                    <a:lnTo>
                      <a:pt x="357" y="1045"/>
                    </a:lnTo>
                    <a:lnTo>
                      <a:pt x="351" y="1041"/>
                    </a:lnTo>
                    <a:lnTo>
                      <a:pt x="350" y="1040"/>
                    </a:lnTo>
                    <a:lnTo>
                      <a:pt x="348" y="1036"/>
                    </a:lnTo>
                    <a:lnTo>
                      <a:pt x="346" y="1033"/>
                    </a:lnTo>
                    <a:lnTo>
                      <a:pt x="343" y="1029"/>
                    </a:lnTo>
                    <a:lnTo>
                      <a:pt x="341" y="1025"/>
                    </a:lnTo>
                    <a:lnTo>
                      <a:pt x="339" y="1021"/>
                    </a:lnTo>
                    <a:lnTo>
                      <a:pt x="339" y="1019"/>
                    </a:lnTo>
                    <a:lnTo>
                      <a:pt x="341" y="1018"/>
                    </a:lnTo>
                    <a:lnTo>
                      <a:pt x="346" y="1018"/>
                    </a:lnTo>
                    <a:lnTo>
                      <a:pt x="348" y="1017"/>
                    </a:lnTo>
                    <a:lnTo>
                      <a:pt x="348" y="1016"/>
                    </a:lnTo>
                    <a:lnTo>
                      <a:pt x="345" y="1014"/>
                    </a:lnTo>
                    <a:lnTo>
                      <a:pt x="343" y="1014"/>
                    </a:lnTo>
                    <a:lnTo>
                      <a:pt x="342" y="1013"/>
                    </a:lnTo>
                    <a:lnTo>
                      <a:pt x="342" y="1012"/>
                    </a:lnTo>
                    <a:lnTo>
                      <a:pt x="344" y="1009"/>
                    </a:lnTo>
                    <a:lnTo>
                      <a:pt x="346" y="1006"/>
                    </a:lnTo>
                    <a:lnTo>
                      <a:pt x="349" y="1003"/>
                    </a:lnTo>
                    <a:lnTo>
                      <a:pt x="350" y="1000"/>
                    </a:lnTo>
                    <a:lnTo>
                      <a:pt x="349" y="997"/>
                    </a:lnTo>
                    <a:lnTo>
                      <a:pt x="344" y="992"/>
                    </a:lnTo>
                    <a:lnTo>
                      <a:pt x="341" y="989"/>
                    </a:lnTo>
                    <a:lnTo>
                      <a:pt x="341" y="984"/>
                    </a:lnTo>
                    <a:lnTo>
                      <a:pt x="341" y="978"/>
                    </a:lnTo>
                    <a:lnTo>
                      <a:pt x="339" y="974"/>
                    </a:lnTo>
                    <a:lnTo>
                      <a:pt x="336" y="970"/>
                    </a:lnTo>
                    <a:lnTo>
                      <a:pt x="332" y="967"/>
                    </a:lnTo>
                    <a:lnTo>
                      <a:pt x="329" y="963"/>
                    </a:lnTo>
                    <a:lnTo>
                      <a:pt x="328" y="962"/>
                    </a:lnTo>
                    <a:lnTo>
                      <a:pt x="328" y="961"/>
                    </a:lnTo>
                    <a:lnTo>
                      <a:pt x="328" y="960"/>
                    </a:lnTo>
                    <a:lnTo>
                      <a:pt x="327" y="959"/>
                    </a:lnTo>
                    <a:lnTo>
                      <a:pt x="324" y="954"/>
                    </a:lnTo>
                    <a:lnTo>
                      <a:pt x="321" y="949"/>
                    </a:lnTo>
                    <a:lnTo>
                      <a:pt x="318" y="945"/>
                    </a:lnTo>
                    <a:lnTo>
                      <a:pt x="313" y="942"/>
                    </a:lnTo>
                    <a:lnTo>
                      <a:pt x="309" y="938"/>
                    </a:lnTo>
                    <a:lnTo>
                      <a:pt x="306" y="934"/>
                    </a:lnTo>
                    <a:lnTo>
                      <a:pt x="306" y="934"/>
                    </a:lnTo>
                    <a:lnTo>
                      <a:pt x="308" y="934"/>
                    </a:lnTo>
                    <a:lnTo>
                      <a:pt x="308" y="934"/>
                    </a:lnTo>
                    <a:lnTo>
                      <a:pt x="309" y="934"/>
                    </a:lnTo>
                    <a:lnTo>
                      <a:pt x="310" y="935"/>
                    </a:lnTo>
                    <a:lnTo>
                      <a:pt x="311" y="935"/>
                    </a:lnTo>
                    <a:lnTo>
                      <a:pt x="311" y="934"/>
                    </a:lnTo>
                    <a:lnTo>
                      <a:pt x="307" y="930"/>
                    </a:lnTo>
                    <a:lnTo>
                      <a:pt x="302" y="925"/>
                    </a:lnTo>
                    <a:lnTo>
                      <a:pt x="298" y="920"/>
                    </a:lnTo>
                    <a:lnTo>
                      <a:pt x="299" y="920"/>
                    </a:lnTo>
                    <a:lnTo>
                      <a:pt x="302" y="922"/>
                    </a:lnTo>
                    <a:lnTo>
                      <a:pt x="303" y="922"/>
                    </a:lnTo>
                    <a:lnTo>
                      <a:pt x="285" y="909"/>
                    </a:lnTo>
                    <a:lnTo>
                      <a:pt x="281" y="907"/>
                    </a:lnTo>
                    <a:lnTo>
                      <a:pt x="280" y="907"/>
                    </a:lnTo>
                    <a:lnTo>
                      <a:pt x="278" y="902"/>
                    </a:lnTo>
                    <a:lnTo>
                      <a:pt x="278" y="899"/>
                    </a:lnTo>
                    <a:lnTo>
                      <a:pt x="278" y="897"/>
                    </a:lnTo>
                    <a:lnTo>
                      <a:pt x="278" y="897"/>
                    </a:lnTo>
                    <a:lnTo>
                      <a:pt x="280" y="898"/>
                    </a:lnTo>
                    <a:lnTo>
                      <a:pt x="283" y="900"/>
                    </a:lnTo>
                    <a:lnTo>
                      <a:pt x="284" y="901"/>
                    </a:lnTo>
                    <a:lnTo>
                      <a:pt x="285" y="900"/>
                    </a:lnTo>
                    <a:lnTo>
                      <a:pt x="287" y="898"/>
                    </a:lnTo>
                    <a:lnTo>
                      <a:pt x="287" y="895"/>
                    </a:lnTo>
                    <a:lnTo>
                      <a:pt x="287" y="893"/>
                    </a:lnTo>
                    <a:lnTo>
                      <a:pt x="284" y="891"/>
                    </a:lnTo>
                    <a:lnTo>
                      <a:pt x="277" y="880"/>
                    </a:lnTo>
                    <a:lnTo>
                      <a:pt x="275" y="877"/>
                    </a:lnTo>
                    <a:lnTo>
                      <a:pt x="274" y="876"/>
                    </a:lnTo>
                    <a:lnTo>
                      <a:pt x="271" y="874"/>
                    </a:lnTo>
                    <a:lnTo>
                      <a:pt x="266" y="872"/>
                    </a:lnTo>
                    <a:lnTo>
                      <a:pt x="264" y="870"/>
                    </a:lnTo>
                    <a:lnTo>
                      <a:pt x="264" y="867"/>
                    </a:lnTo>
                    <a:lnTo>
                      <a:pt x="266" y="861"/>
                    </a:lnTo>
                    <a:lnTo>
                      <a:pt x="266" y="858"/>
                    </a:lnTo>
                    <a:lnTo>
                      <a:pt x="264" y="857"/>
                    </a:lnTo>
                    <a:lnTo>
                      <a:pt x="259" y="856"/>
                    </a:lnTo>
                    <a:lnTo>
                      <a:pt x="256" y="855"/>
                    </a:lnTo>
                    <a:lnTo>
                      <a:pt x="254" y="852"/>
                    </a:lnTo>
                    <a:lnTo>
                      <a:pt x="253" y="849"/>
                    </a:lnTo>
                    <a:lnTo>
                      <a:pt x="252" y="846"/>
                    </a:lnTo>
                    <a:lnTo>
                      <a:pt x="251" y="845"/>
                    </a:lnTo>
                    <a:lnTo>
                      <a:pt x="250" y="844"/>
                    </a:lnTo>
                    <a:lnTo>
                      <a:pt x="249" y="844"/>
                    </a:lnTo>
                    <a:lnTo>
                      <a:pt x="248" y="843"/>
                    </a:lnTo>
                    <a:lnTo>
                      <a:pt x="247" y="843"/>
                    </a:lnTo>
                    <a:lnTo>
                      <a:pt x="242" y="835"/>
                    </a:lnTo>
                    <a:lnTo>
                      <a:pt x="238" y="824"/>
                    </a:lnTo>
                    <a:lnTo>
                      <a:pt x="235" y="813"/>
                    </a:lnTo>
                    <a:lnTo>
                      <a:pt x="232" y="803"/>
                    </a:lnTo>
                    <a:lnTo>
                      <a:pt x="231" y="793"/>
                    </a:lnTo>
                    <a:lnTo>
                      <a:pt x="232" y="789"/>
                    </a:lnTo>
                    <a:lnTo>
                      <a:pt x="233" y="786"/>
                    </a:lnTo>
                    <a:lnTo>
                      <a:pt x="233" y="783"/>
                    </a:lnTo>
                    <a:lnTo>
                      <a:pt x="232" y="782"/>
                    </a:lnTo>
                    <a:lnTo>
                      <a:pt x="231" y="781"/>
                    </a:lnTo>
                    <a:lnTo>
                      <a:pt x="230" y="781"/>
                    </a:lnTo>
                    <a:lnTo>
                      <a:pt x="227" y="780"/>
                    </a:lnTo>
                    <a:lnTo>
                      <a:pt x="225" y="779"/>
                    </a:lnTo>
                    <a:lnTo>
                      <a:pt x="224" y="778"/>
                    </a:lnTo>
                    <a:lnTo>
                      <a:pt x="223" y="776"/>
                    </a:lnTo>
                    <a:lnTo>
                      <a:pt x="222" y="775"/>
                    </a:lnTo>
                    <a:lnTo>
                      <a:pt x="221" y="772"/>
                    </a:lnTo>
                    <a:lnTo>
                      <a:pt x="220" y="771"/>
                    </a:lnTo>
                    <a:lnTo>
                      <a:pt x="220" y="771"/>
                    </a:lnTo>
                    <a:lnTo>
                      <a:pt x="220" y="772"/>
                    </a:lnTo>
                    <a:lnTo>
                      <a:pt x="219" y="773"/>
                    </a:lnTo>
                    <a:lnTo>
                      <a:pt x="219" y="774"/>
                    </a:lnTo>
                    <a:lnTo>
                      <a:pt x="219" y="774"/>
                    </a:lnTo>
                    <a:lnTo>
                      <a:pt x="215" y="771"/>
                    </a:lnTo>
                    <a:lnTo>
                      <a:pt x="208" y="764"/>
                    </a:lnTo>
                    <a:lnTo>
                      <a:pt x="205" y="761"/>
                    </a:lnTo>
                    <a:lnTo>
                      <a:pt x="204" y="761"/>
                    </a:lnTo>
                    <a:lnTo>
                      <a:pt x="204" y="762"/>
                    </a:lnTo>
                    <a:lnTo>
                      <a:pt x="205" y="763"/>
                    </a:lnTo>
                    <a:lnTo>
                      <a:pt x="205" y="764"/>
                    </a:lnTo>
                    <a:lnTo>
                      <a:pt x="206" y="764"/>
                    </a:lnTo>
                    <a:lnTo>
                      <a:pt x="207" y="767"/>
                    </a:lnTo>
                    <a:lnTo>
                      <a:pt x="207" y="768"/>
                    </a:lnTo>
                    <a:lnTo>
                      <a:pt x="204" y="778"/>
                    </a:lnTo>
                    <a:lnTo>
                      <a:pt x="204" y="779"/>
                    </a:lnTo>
                    <a:lnTo>
                      <a:pt x="205" y="780"/>
                    </a:lnTo>
                    <a:lnTo>
                      <a:pt x="205" y="781"/>
                    </a:lnTo>
                    <a:lnTo>
                      <a:pt x="206" y="783"/>
                    </a:lnTo>
                    <a:lnTo>
                      <a:pt x="207" y="791"/>
                    </a:lnTo>
                    <a:lnTo>
                      <a:pt x="207" y="799"/>
                    </a:lnTo>
                    <a:lnTo>
                      <a:pt x="208" y="807"/>
                    </a:lnTo>
                    <a:lnTo>
                      <a:pt x="210" y="811"/>
                    </a:lnTo>
                    <a:lnTo>
                      <a:pt x="217" y="818"/>
                    </a:lnTo>
                    <a:lnTo>
                      <a:pt x="218" y="823"/>
                    </a:lnTo>
                    <a:lnTo>
                      <a:pt x="219" y="828"/>
                    </a:lnTo>
                    <a:lnTo>
                      <a:pt x="222" y="833"/>
                    </a:lnTo>
                    <a:lnTo>
                      <a:pt x="225" y="838"/>
                    </a:lnTo>
                    <a:lnTo>
                      <a:pt x="227" y="842"/>
                    </a:lnTo>
                    <a:lnTo>
                      <a:pt x="228" y="847"/>
                    </a:lnTo>
                    <a:lnTo>
                      <a:pt x="228" y="850"/>
                    </a:lnTo>
                    <a:lnTo>
                      <a:pt x="230" y="854"/>
                    </a:lnTo>
                    <a:lnTo>
                      <a:pt x="230" y="855"/>
                    </a:lnTo>
                    <a:lnTo>
                      <a:pt x="231" y="856"/>
                    </a:lnTo>
                    <a:lnTo>
                      <a:pt x="232" y="857"/>
                    </a:lnTo>
                    <a:lnTo>
                      <a:pt x="234" y="859"/>
                    </a:lnTo>
                    <a:lnTo>
                      <a:pt x="235" y="861"/>
                    </a:lnTo>
                    <a:lnTo>
                      <a:pt x="235" y="863"/>
                    </a:lnTo>
                    <a:lnTo>
                      <a:pt x="235" y="864"/>
                    </a:lnTo>
                    <a:lnTo>
                      <a:pt x="236" y="866"/>
                    </a:lnTo>
                    <a:lnTo>
                      <a:pt x="238" y="870"/>
                    </a:lnTo>
                    <a:lnTo>
                      <a:pt x="245" y="878"/>
                    </a:lnTo>
                    <a:lnTo>
                      <a:pt x="247" y="882"/>
                    </a:lnTo>
                    <a:lnTo>
                      <a:pt x="248" y="889"/>
                    </a:lnTo>
                    <a:lnTo>
                      <a:pt x="249" y="895"/>
                    </a:lnTo>
                    <a:lnTo>
                      <a:pt x="250" y="902"/>
                    </a:lnTo>
                    <a:lnTo>
                      <a:pt x="251" y="907"/>
                    </a:lnTo>
                    <a:lnTo>
                      <a:pt x="254" y="911"/>
                    </a:lnTo>
                    <a:lnTo>
                      <a:pt x="256" y="917"/>
                    </a:lnTo>
                    <a:lnTo>
                      <a:pt x="257" y="921"/>
                    </a:lnTo>
                    <a:lnTo>
                      <a:pt x="257" y="925"/>
                    </a:lnTo>
                    <a:lnTo>
                      <a:pt x="259" y="930"/>
                    </a:lnTo>
                    <a:lnTo>
                      <a:pt x="261" y="933"/>
                    </a:lnTo>
                    <a:lnTo>
                      <a:pt x="262" y="934"/>
                    </a:lnTo>
                    <a:lnTo>
                      <a:pt x="267" y="935"/>
                    </a:lnTo>
                    <a:lnTo>
                      <a:pt x="270" y="936"/>
                    </a:lnTo>
                    <a:lnTo>
                      <a:pt x="272" y="939"/>
                    </a:lnTo>
                    <a:lnTo>
                      <a:pt x="274" y="943"/>
                    </a:lnTo>
                    <a:lnTo>
                      <a:pt x="275" y="947"/>
                    </a:lnTo>
                    <a:lnTo>
                      <a:pt x="275" y="951"/>
                    </a:lnTo>
                    <a:lnTo>
                      <a:pt x="275" y="954"/>
                    </a:lnTo>
                    <a:lnTo>
                      <a:pt x="273" y="957"/>
                    </a:lnTo>
                    <a:lnTo>
                      <a:pt x="269" y="959"/>
                    </a:lnTo>
                    <a:lnTo>
                      <a:pt x="265" y="959"/>
                    </a:lnTo>
                    <a:lnTo>
                      <a:pt x="264" y="958"/>
                    </a:lnTo>
                    <a:lnTo>
                      <a:pt x="264" y="957"/>
                    </a:lnTo>
                    <a:lnTo>
                      <a:pt x="264" y="954"/>
                    </a:lnTo>
                    <a:lnTo>
                      <a:pt x="263" y="953"/>
                    </a:lnTo>
                    <a:lnTo>
                      <a:pt x="259" y="945"/>
                    </a:lnTo>
                    <a:lnTo>
                      <a:pt x="253" y="937"/>
                    </a:lnTo>
                    <a:lnTo>
                      <a:pt x="252" y="935"/>
                    </a:lnTo>
                    <a:lnTo>
                      <a:pt x="249" y="933"/>
                    </a:lnTo>
                    <a:lnTo>
                      <a:pt x="246" y="930"/>
                    </a:lnTo>
                    <a:lnTo>
                      <a:pt x="242" y="926"/>
                    </a:lnTo>
                    <a:lnTo>
                      <a:pt x="233" y="917"/>
                    </a:lnTo>
                    <a:lnTo>
                      <a:pt x="232" y="915"/>
                    </a:lnTo>
                    <a:lnTo>
                      <a:pt x="231" y="910"/>
                    </a:lnTo>
                    <a:lnTo>
                      <a:pt x="233" y="906"/>
                    </a:lnTo>
                    <a:lnTo>
                      <a:pt x="234" y="901"/>
                    </a:lnTo>
                    <a:lnTo>
                      <a:pt x="235" y="896"/>
                    </a:lnTo>
                    <a:lnTo>
                      <a:pt x="234" y="890"/>
                    </a:lnTo>
                    <a:lnTo>
                      <a:pt x="232" y="886"/>
                    </a:lnTo>
                    <a:lnTo>
                      <a:pt x="230" y="883"/>
                    </a:lnTo>
                    <a:lnTo>
                      <a:pt x="227" y="882"/>
                    </a:lnTo>
                    <a:lnTo>
                      <a:pt x="224" y="880"/>
                    </a:lnTo>
                    <a:lnTo>
                      <a:pt x="221" y="877"/>
                    </a:lnTo>
                    <a:lnTo>
                      <a:pt x="217" y="872"/>
                    </a:lnTo>
                    <a:lnTo>
                      <a:pt x="217" y="871"/>
                    </a:lnTo>
                    <a:lnTo>
                      <a:pt x="218" y="870"/>
                    </a:lnTo>
                    <a:lnTo>
                      <a:pt x="220" y="868"/>
                    </a:lnTo>
                    <a:lnTo>
                      <a:pt x="220" y="867"/>
                    </a:lnTo>
                    <a:lnTo>
                      <a:pt x="214" y="863"/>
                    </a:lnTo>
                    <a:lnTo>
                      <a:pt x="203" y="857"/>
                    </a:lnTo>
                    <a:lnTo>
                      <a:pt x="198" y="853"/>
                    </a:lnTo>
                    <a:lnTo>
                      <a:pt x="193" y="849"/>
                    </a:lnTo>
                    <a:lnTo>
                      <a:pt x="191" y="847"/>
                    </a:lnTo>
                    <a:lnTo>
                      <a:pt x="191" y="845"/>
                    </a:lnTo>
                    <a:lnTo>
                      <a:pt x="193" y="843"/>
                    </a:lnTo>
                    <a:lnTo>
                      <a:pt x="196" y="843"/>
                    </a:lnTo>
                    <a:lnTo>
                      <a:pt x="199" y="843"/>
                    </a:lnTo>
                    <a:lnTo>
                      <a:pt x="202" y="844"/>
                    </a:lnTo>
                    <a:lnTo>
                      <a:pt x="203" y="845"/>
                    </a:lnTo>
                    <a:lnTo>
                      <a:pt x="204" y="846"/>
                    </a:lnTo>
                    <a:lnTo>
                      <a:pt x="205" y="847"/>
                    </a:lnTo>
                    <a:lnTo>
                      <a:pt x="206" y="848"/>
                    </a:lnTo>
                    <a:lnTo>
                      <a:pt x="206" y="849"/>
                    </a:lnTo>
                    <a:lnTo>
                      <a:pt x="207" y="850"/>
                    </a:lnTo>
                    <a:lnTo>
                      <a:pt x="207" y="850"/>
                    </a:lnTo>
                    <a:lnTo>
                      <a:pt x="208" y="849"/>
                    </a:lnTo>
                    <a:lnTo>
                      <a:pt x="209" y="844"/>
                    </a:lnTo>
                    <a:lnTo>
                      <a:pt x="209" y="839"/>
                    </a:lnTo>
                    <a:lnTo>
                      <a:pt x="208" y="833"/>
                    </a:lnTo>
                    <a:lnTo>
                      <a:pt x="206" y="827"/>
                    </a:lnTo>
                    <a:lnTo>
                      <a:pt x="203" y="822"/>
                    </a:lnTo>
                    <a:lnTo>
                      <a:pt x="199" y="817"/>
                    </a:lnTo>
                    <a:lnTo>
                      <a:pt x="197" y="813"/>
                    </a:lnTo>
                    <a:lnTo>
                      <a:pt x="192" y="808"/>
                    </a:lnTo>
                    <a:lnTo>
                      <a:pt x="189" y="805"/>
                    </a:lnTo>
                    <a:lnTo>
                      <a:pt x="186" y="802"/>
                    </a:lnTo>
                    <a:lnTo>
                      <a:pt x="186" y="798"/>
                    </a:lnTo>
                    <a:lnTo>
                      <a:pt x="186" y="794"/>
                    </a:lnTo>
                    <a:lnTo>
                      <a:pt x="186" y="791"/>
                    </a:lnTo>
                    <a:lnTo>
                      <a:pt x="185" y="785"/>
                    </a:lnTo>
                    <a:lnTo>
                      <a:pt x="182" y="781"/>
                    </a:lnTo>
                    <a:lnTo>
                      <a:pt x="181" y="776"/>
                    </a:lnTo>
                    <a:lnTo>
                      <a:pt x="181" y="774"/>
                    </a:lnTo>
                    <a:lnTo>
                      <a:pt x="181" y="773"/>
                    </a:lnTo>
                    <a:lnTo>
                      <a:pt x="182" y="772"/>
                    </a:lnTo>
                    <a:lnTo>
                      <a:pt x="182" y="771"/>
                    </a:lnTo>
                    <a:lnTo>
                      <a:pt x="177" y="746"/>
                    </a:lnTo>
                    <a:lnTo>
                      <a:pt x="171" y="721"/>
                    </a:lnTo>
                    <a:lnTo>
                      <a:pt x="168" y="716"/>
                    </a:lnTo>
                    <a:lnTo>
                      <a:pt x="166" y="715"/>
                    </a:lnTo>
                    <a:lnTo>
                      <a:pt x="165" y="713"/>
                    </a:lnTo>
                    <a:lnTo>
                      <a:pt x="163" y="709"/>
                    </a:lnTo>
                    <a:lnTo>
                      <a:pt x="162" y="708"/>
                    </a:lnTo>
                    <a:lnTo>
                      <a:pt x="161" y="706"/>
                    </a:lnTo>
                    <a:lnTo>
                      <a:pt x="158" y="704"/>
                    </a:lnTo>
                    <a:lnTo>
                      <a:pt x="155" y="703"/>
                    </a:lnTo>
                    <a:lnTo>
                      <a:pt x="152" y="702"/>
                    </a:lnTo>
                    <a:lnTo>
                      <a:pt x="151" y="701"/>
                    </a:lnTo>
                    <a:lnTo>
                      <a:pt x="151" y="700"/>
                    </a:lnTo>
                    <a:lnTo>
                      <a:pt x="150" y="697"/>
                    </a:lnTo>
                    <a:lnTo>
                      <a:pt x="148" y="695"/>
                    </a:lnTo>
                    <a:lnTo>
                      <a:pt x="144" y="692"/>
                    </a:lnTo>
                    <a:lnTo>
                      <a:pt x="140" y="691"/>
                    </a:lnTo>
                    <a:lnTo>
                      <a:pt x="136" y="689"/>
                    </a:lnTo>
                    <a:lnTo>
                      <a:pt x="133" y="687"/>
                    </a:lnTo>
                    <a:lnTo>
                      <a:pt x="133" y="684"/>
                    </a:lnTo>
                    <a:lnTo>
                      <a:pt x="134" y="682"/>
                    </a:lnTo>
                    <a:lnTo>
                      <a:pt x="135" y="678"/>
                    </a:lnTo>
                    <a:lnTo>
                      <a:pt x="136" y="676"/>
                    </a:lnTo>
                    <a:lnTo>
                      <a:pt x="135" y="672"/>
                    </a:lnTo>
                    <a:lnTo>
                      <a:pt x="131" y="663"/>
                    </a:lnTo>
                    <a:lnTo>
                      <a:pt x="131" y="663"/>
                    </a:lnTo>
                    <a:lnTo>
                      <a:pt x="130" y="663"/>
                    </a:lnTo>
                    <a:lnTo>
                      <a:pt x="129" y="662"/>
                    </a:lnTo>
                    <a:lnTo>
                      <a:pt x="126" y="646"/>
                    </a:lnTo>
                    <a:lnTo>
                      <a:pt x="124" y="630"/>
                    </a:lnTo>
                    <a:lnTo>
                      <a:pt x="123" y="626"/>
                    </a:lnTo>
                    <a:lnTo>
                      <a:pt x="123" y="622"/>
                    </a:lnTo>
                    <a:lnTo>
                      <a:pt x="124" y="618"/>
                    </a:lnTo>
                    <a:lnTo>
                      <a:pt x="126" y="616"/>
                    </a:lnTo>
                    <a:lnTo>
                      <a:pt x="128" y="615"/>
                    </a:lnTo>
                    <a:lnTo>
                      <a:pt x="131" y="615"/>
                    </a:lnTo>
                    <a:lnTo>
                      <a:pt x="134" y="616"/>
                    </a:lnTo>
                    <a:lnTo>
                      <a:pt x="137" y="617"/>
                    </a:lnTo>
                    <a:lnTo>
                      <a:pt x="139" y="618"/>
                    </a:lnTo>
                    <a:lnTo>
                      <a:pt x="140" y="617"/>
                    </a:lnTo>
                    <a:lnTo>
                      <a:pt x="140" y="616"/>
                    </a:lnTo>
                    <a:lnTo>
                      <a:pt x="138" y="614"/>
                    </a:lnTo>
                    <a:lnTo>
                      <a:pt x="135" y="613"/>
                    </a:lnTo>
                    <a:lnTo>
                      <a:pt x="131" y="612"/>
                    </a:lnTo>
                    <a:lnTo>
                      <a:pt x="127" y="612"/>
                    </a:lnTo>
                    <a:lnTo>
                      <a:pt x="124" y="611"/>
                    </a:lnTo>
                    <a:lnTo>
                      <a:pt x="122" y="608"/>
                    </a:lnTo>
                    <a:lnTo>
                      <a:pt x="121" y="597"/>
                    </a:lnTo>
                    <a:lnTo>
                      <a:pt x="121" y="586"/>
                    </a:lnTo>
                    <a:lnTo>
                      <a:pt x="122" y="574"/>
                    </a:lnTo>
                    <a:lnTo>
                      <a:pt x="124" y="562"/>
                    </a:lnTo>
                    <a:lnTo>
                      <a:pt x="124" y="551"/>
                    </a:lnTo>
                    <a:lnTo>
                      <a:pt x="124" y="550"/>
                    </a:lnTo>
                    <a:lnTo>
                      <a:pt x="124" y="551"/>
                    </a:lnTo>
                    <a:lnTo>
                      <a:pt x="123" y="551"/>
                    </a:lnTo>
                    <a:lnTo>
                      <a:pt x="123" y="551"/>
                    </a:lnTo>
                    <a:lnTo>
                      <a:pt x="122" y="551"/>
                    </a:lnTo>
                    <a:lnTo>
                      <a:pt x="128" y="540"/>
                    </a:lnTo>
                    <a:lnTo>
                      <a:pt x="131" y="529"/>
                    </a:lnTo>
                    <a:lnTo>
                      <a:pt x="135" y="511"/>
                    </a:lnTo>
                    <a:lnTo>
                      <a:pt x="138" y="502"/>
                    </a:lnTo>
                    <a:lnTo>
                      <a:pt x="138" y="501"/>
                    </a:lnTo>
                    <a:lnTo>
                      <a:pt x="139" y="500"/>
                    </a:lnTo>
                    <a:lnTo>
                      <a:pt x="141" y="499"/>
                    </a:lnTo>
                    <a:lnTo>
                      <a:pt x="142" y="498"/>
                    </a:lnTo>
                    <a:lnTo>
                      <a:pt x="144" y="496"/>
                    </a:lnTo>
                    <a:lnTo>
                      <a:pt x="145" y="495"/>
                    </a:lnTo>
                    <a:lnTo>
                      <a:pt x="145" y="494"/>
                    </a:lnTo>
                    <a:lnTo>
                      <a:pt x="145" y="492"/>
                    </a:lnTo>
                    <a:lnTo>
                      <a:pt x="146" y="491"/>
                    </a:lnTo>
                    <a:lnTo>
                      <a:pt x="152" y="476"/>
                    </a:lnTo>
                    <a:lnTo>
                      <a:pt x="156" y="469"/>
                    </a:lnTo>
                    <a:lnTo>
                      <a:pt x="160" y="464"/>
                    </a:lnTo>
                    <a:lnTo>
                      <a:pt x="161" y="459"/>
                    </a:lnTo>
                    <a:lnTo>
                      <a:pt x="163" y="450"/>
                    </a:lnTo>
                    <a:lnTo>
                      <a:pt x="164" y="449"/>
                    </a:lnTo>
                    <a:lnTo>
                      <a:pt x="165" y="447"/>
                    </a:lnTo>
                    <a:lnTo>
                      <a:pt x="166" y="446"/>
                    </a:lnTo>
                    <a:lnTo>
                      <a:pt x="168" y="445"/>
                    </a:lnTo>
                    <a:lnTo>
                      <a:pt x="169" y="443"/>
                    </a:lnTo>
                    <a:lnTo>
                      <a:pt x="169" y="442"/>
                    </a:lnTo>
                    <a:lnTo>
                      <a:pt x="169" y="441"/>
                    </a:lnTo>
                    <a:lnTo>
                      <a:pt x="167" y="439"/>
                    </a:lnTo>
                    <a:lnTo>
                      <a:pt x="167" y="438"/>
                    </a:lnTo>
                    <a:lnTo>
                      <a:pt x="167" y="437"/>
                    </a:lnTo>
                    <a:lnTo>
                      <a:pt x="169" y="430"/>
                    </a:lnTo>
                    <a:lnTo>
                      <a:pt x="171" y="425"/>
                    </a:lnTo>
                    <a:lnTo>
                      <a:pt x="175" y="419"/>
                    </a:lnTo>
                    <a:lnTo>
                      <a:pt x="179" y="414"/>
                    </a:lnTo>
                    <a:lnTo>
                      <a:pt x="180" y="414"/>
                    </a:lnTo>
                    <a:lnTo>
                      <a:pt x="183" y="415"/>
                    </a:lnTo>
                    <a:lnTo>
                      <a:pt x="186" y="415"/>
                    </a:lnTo>
                    <a:lnTo>
                      <a:pt x="189" y="416"/>
                    </a:lnTo>
                    <a:lnTo>
                      <a:pt x="192" y="419"/>
                    </a:lnTo>
                    <a:lnTo>
                      <a:pt x="193" y="421"/>
                    </a:lnTo>
                    <a:lnTo>
                      <a:pt x="191" y="424"/>
                    </a:lnTo>
                    <a:lnTo>
                      <a:pt x="188" y="427"/>
                    </a:lnTo>
                    <a:lnTo>
                      <a:pt x="184" y="429"/>
                    </a:lnTo>
                    <a:lnTo>
                      <a:pt x="181" y="433"/>
                    </a:lnTo>
                    <a:lnTo>
                      <a:pt x="180" y="434"/>
                    </a:lnTo>
                    <a:lnTo>
                      <a:pt x="180" y="434"/>
                    </a:lnTo>
                    <a:lnTo>
                      <a:pt x="180" y="435"/>
                    </a:lnTo>
                    <a:lnTo>
                      <a:pt x="180" y="437"/>
                    </a:lnTo>
                    <a:lnTo>
                      <a:pt x="180" y="437"/>
                    </a:lnTo>
                    <a:lnTo>
                      <a:pt x="186" y="433"/>
                    </a:lnTo>
                    <a:lnTo>
                      <a:pt x="192" y="428"/>
                    </a:lnTo>
                    <a:lnTo>
                      <a:pt x="197" y="423"/>
                    </a:lnTo>
                    <a:lnTo>
                      <a:pt x="198" y="420"/>
                    </a:lnTo>
                    <a:lnTo>
                      <a:pt x="198" y="415"/>
                    </a:lnTo>
                    <a:lnTo>
                      <a:pt x="198" y="412"/>
                    </a:lnTo>
                    <a:lnTo>
                      <a:pt x="199" y="406"/>
                    </a:lnTo>
                    <a:lnTo>
                      <a:pt x="200" y="401"/>
                    </a:lnTo>
                    <a:lnTo>
                      <a:pt x="200" y="395"/>
                    </a:lnTo>
                    <a:lnTo>
                      <a:pt x="200" y="395"/>
                    </a:lnTo>
                    <a:lnTo>
                      <a:pt x="197" y="395"/>
                    </a:lnTo>
                    <a:lnTo>
                      <a:pt x="195" y="393"/>
                    </a:lnTo>
                    <a:lnTo>
                      <a:pt x="194" y="392"/>
                    </a:lnTo>
                    <a:lnTo>
                      <a:pt x="194" y="391"/>
                    </a:lnTo>
                    <a:lnTo>
                      <a:pt x="195" y="390"/>
                    </a:lnTo>
                    <a:lnTo>
                      <a:pt x="195" y="389"/>
                    </a:lnTo>
                    <a:lnTo>
                      <a:pt x="195" y="388"/>
                    </a:lnTo>
                    <a:lnTo>
                      <a:pt x="194" y="387"/>
                    </a:lnTo>
                    <a:lnTo>
                      <a:pt x="192" y="386"/>
                    </a:lnTo>
                    <a:lnTo>
                      <a:pt x="189" y="385"/>
                    </a:lnTo>
                    <a:lnTo>
                      <a:pt x="186" y="384"/>
                    </a:lnTo>
                    <a:lnTo>
                      <a:pt x="184" y="382"/>
                    </a:lnTo>
                    <a:lnTo>
                      <a:pt x="184" y="379"/>
                    </a:lnTo>
                    <a:lnTo>
                      <a:pt x="186" y="377"/>
                    </a:lnTo>
                    <a:lnTo>
                      <a:pt x="189" y="375"/>
                    </a:lnTo>
                    <a:lnTo>
                      <a:pt x="191" y="373"/>
                    </a:lnTo>
                    <a:lnTo>
                      <a:pt x="193" y="371"/>
                    </a:lnTo>
                    <a:lnTo>
                      <a:pt x="194" y="369"/>
                    </a:lnTo>
                    <a:lnTo>
                      <a:pt x="194" y="366"/>
                    </a:lnTo>
                    <a:lnTo>
                      <a:pt x="193" y="364"/>
                    </a:lnTo>
                    <a:lnTo>
                      <a:pt x="192" y="363"/>
                    </a:lnTo>
                    <a:lnTo>
                      <a:pt x="191" y="363"/>
                    </a:lnTo>
                    <a:lnTo>
                      <a:pt x="190" y="363"/>
                    </a:lnTo>
                    <a:lnTo>
                      <a:pt x="189" y="365"/>
                    </a:lnTo>
                    <a:lnTo>
                      <a:pt x="188" y="366"/>
                    </a:lnTo>
                    <a:lnTo>
                      <a:pt x="187" y="367"/>
                    </a:lnTo>
                    <a:lnTo>
                      <a:pt x="184" y="370"/>
                    </a:lnTo>
                    <a:lnTo>
                      <a:pt x="182" y="370"/>
                    </a:lnTo>
                    <a:lnTo>
                      <a:pt x="178" y="365"/>
                    </a:lnTo>
                    <a:lnTo>
                      <a:pt x="176" y="363"/>
                    </a:lnTo>
                    <a:lnTo>
                      <a:pt x="171" y="358"/>
                    </a:lnTo>
                    <a:lnTo>
                      <a:pt x="168" y="354"/>
                    </a:lnTo>
                    <a:lnTo>
                      <a:pt x="165" y="349"/>
                    </a:lnTo>
                    <a:lnTo>
                      <a:pt x="165" y="344"/>
                    </a:lnTo>
                    <a:lnTo>
                      <a:pt x="167" y="341"/>
                    </a:lnTo>
                    <a:lnTo>
                      <a:pt x="171" y="337"/>
                    </a:lnTo>
                    <a:lnTo>
                      <a:pt x="175" y="334"/>
                    </a:lnTo>
                    <a:lnTo>
                      <a:pt x="179" y="332"/>
                    </a:lnTo>
                    <a:lnTo>
                      <a:pt x="181" y="331"/>
                    </a:lnTo>
                    <a:lnTo>
                      <a:pt x="184" y="331"/>
                    </a:lnTo>
                    <a:lnTo>
                      <a:pt x="185" y="331"/>
                    </a:lnTo>
                    <a:lnTo>
                      <a:pt x="185" y="331"/>
                    </a:lnTo>
                    <a:lnTo>
                      <a:pt x="182" y="330"/>
                    </a:lnTo>
                    <a:lnTo>
                      <a:pt x="179" y="330"/>
                    </a:lnTo>
                    <a:lnTo>
                      <a:pt x="176" y="329"/>
                    </a:lnTo>
                    <a:lnTo>
                      <a:pt x="173" y="328"/>
                    </a:lnTo>
                    <a:lnTo>
                      <a:pt x="170" y="326"/>
                    </a:lnTo>
                    <a:lnTo>
                      <a:pt x="170" y="325"/>
                    </a:lnTo>
                    <a:lnTo>
                      <a:pt x="173" y="323"/>
                    </a:lnTo>
                    <a:lnTo>
                      <a:pt x="175" y="322"/>
                    </a:lnTo>
                    <a:lnTo>
                      <a:pt x="177" y="320"/>
                    </a:lnTo>
                    <a:lnTo>
                      <a:pt x="179" y="318"/>
                    </a:lnTo>
                    <a:lnTo>
                      <a:pt x="180" y="313"/>
                    </a:lnTo>
                    <a:lnTo>
                      <a:pt x="179" y="309"/>
                    </a:lnTo>
                    <a:lnTo>
                      <a:pt x="178" y="307"/>
                    </a:lnTo>
                    <a:lnTo>
                      <a:pt x="177" y="305"/>
                    </a:lnTo>
                    <a:lnTo>
                      <a:pt x="175" y="304"/>
                    </a:lnTo>
                    <a:lnTo>
                      <a:pt x="173" y="302"/>
                    </a:lnTo>
                    <a:lnTo>
                      <a:pt x="171" y="299"/>
                    </a:lnTo>
                    <a:lnTo>
                      <a:pt x="170" y="296"/>
                    </a:lnTo>
                    <a:lnTo>
                      <a:pt x="170" y="295"/>
                    </a:lnTo>
                    <a:lnTo>
                      <a:pt x="171" y="293"/>
                    </a:lnTo>
                    <a:lnTo>
                      <a:pt x="173" y="291"/>
                    </a:lnTo>
                    <a:lnTo>
                      <a:pt x="172" y="290"/>
                    </a:lnTo>
                    <a:lnTo>
                      <a:pt x="171" y="288"/>
                    </a:lnTo>
                    <a:lnTo>
                      <a:pt x="171" y="287"/>
                    </a:lnTo>
                    <a:lnTo>
                      <a:pt x="171" y="286"/>
                    </a:lnTo>
                    <a:lnTo>
                      <a:pt x="171" y="285"/>
                    </a:lnTo>
                    <a:lnTo>
                      <a:pt x="171" y="284"/>
                    </a:lnTo>
                    <a:lnTo>
                      <a:pt x="172" y="283"/>
                    </a:lnTo>
                    <a:lnTo>
                      <a:pt x="173" y="283"/>
                    </a:lnTo>
                    <a:lnTo>
                      <a:pt x="174" y="282"/>
                    </a:lnTo>
                    <a:lnTo>
                      <a:pt x="174" y="282"/>
                    </a:lnTo>
                    <a:lnTo>
                      <a:pt x="175" y="283"/>
                    </a:lnTo>
                    <a:lnTo>
                      <a:pt x="175" y="288"/>
                    </a:lnTo>
                    <a:lnTo>
                      <a:pt x="175" y="288"/>
                    </a:lnTo>
                    <a:lnTo>
                      <a:pt x="179" y="286"/>
                    </a:lnTo>
                    <a:lnTo>
                      <a:pt x="182" y="282"/>
                    </a:lnTo>
                    <a:lnTo>
                      <a:pt x="185" y="277"/>
                    </a:lnTo>
                    <a:lnTo>
                      <a:pt x="188" y="271"/>
                    </a:lnTo>
                    <a:lnTo>
                      <a:pt x="190" y="267"/>
                    </a:lnTo>
                    <a:lnTo>
                      <a:pt x="191" y="262"/>
                    </a:lnTo>
                    <a:lnTo>
                      <a:pt x="190" y="262"/>
                    </a:lnTo>
                    <a:lnTo>
                      <a:pt x="190" y="263"/>
                    </a:lnTo>
                    <a:lnTo>
                      <a:pt x="188" y="265"/>
                    </a:lnTo>
                    <a:lnTo>
                      <a:pt x="187" y="268"/>
                    </a:lnTo>
                    <a:lnTo>
                      <a:pt x="186" y="271"/>
                    </a:lnTo>
                    <a:lnTo>
                      <a:pt x="184" y="273"/>
                    </a:lnTo>
                    <a:lnTo>
                      <a:pt x="182" y="275"/>
                    </a:lnTo>
                    <a:lnTo>
                      <a:pt x="179" y="278"/>
                    </a:lnTo>
                    <a:lnTo>
                      <a:pt x="176" y="280"/>
                    </a:lnTo>
                    <a:lnTo>
                      <a:pt x="173" y="279"/>
                    </a:lnTo>
                    <a:lnTo>
                      <a:pt x="173" y="277"/>
                    </a:lnTo>
                    <a:lnTo>
                      <a:pt x="174" y="276"/>
                    </a:lnTo>
                    <a:lnTo>
                      <a:pt x="179" y="273"/>
                    </a:lnTo>
                    <a:lnTo>
                      <a:pt x="181" y="271"/>
                    </a:lnTo>
                    <a:lnTo>
                      <a:pt x="182" y="267"/>
                    </a:lnTo>
                    <a:lnTo>
                      <a:pt x="184" y="263"/>
                    </a:lnTo>
                    <a:lnTo>
                      <a:pt x="185" y="260"/>
                    </a:lnTo>
                    <a:lnTo>
                      <a:pt x="184" y="257"/>
                    </a:lnTo>
                    <a:lnTo>
                      <a:pt x="182" y="256"/>
                    </a:lnTo>
                    <a:lnTo>
                      <a:pt x="179" y="257"/>
                    </a:lnTo>
                    <a:lnTo>
                      <a:pt x="176" y="258"/>
                    </a:lnTo>
                    <a:lnTo>
                      <a:pt x="173" y="259"/>
                    </a:lnTo>
                    <a:lnTo>
                      <a:pt x="170" y="258"/>
                    </a:lnTo>
                    <a:lnTo>
                      <a:pt x="170" y="257"/>
                    </a:lnTo>
                    <a:lnTo>
                      <a:pt x="172" y="257"/>
                    </a:lnTo>
                    <a:lnTo>
                      <a:pt x="177" y="256"/>
                    </a:lnTo>
                    <a:lnTo>
                      <a:pt x="180" y="255"/>
                    </a:lnTo>
                    <a:lnTo>
                      <a:pt x="182" y="254"/>
                    </a:lnTo>
                    <a:lnTo>
                      <a:pt x="182" y="251"/>
                    </a:lnTo>
                    <a:lnTo>
                      <a:pt x="180" y="249"/>
                    </a:lnTo>
                    <a:lnTo>
                      <a:pt x="179" y="246"/>
                    </a:lnTo>
                    <a:lnTo>
                      <a:pt x="178" y="244"/>
                    </a:lnTo>
                    <a:lnTo>
                      <a:pt x="179" y="239"/>
                    </a:lnTo>
                    <a:lnTo>
                      <a:pt x="182" y="234"/>
                    </a:lnTo>
                    <a:lnTo>
                      <a:pt x="184" y="229"/>
                    </a:lnTo>
                    <a:lnTo>
                      <a:pt x="183" y="225"/>
                    </a:lnTo>
                    <a:lnTo>
                      <a:pt x="182" y="221"/>
                    </a:lnTo>
                    <a:lnTo>
                      <a:pt x="182" y="217"/>
                    </a:lnTo>
                    <a:lnTo>
                      <a:pt x="183" y="216"/>
                    </a:lnTo>
                    <a:lnTo>
                      <a:pt x="184" y="216"/>
                    </a:lnTo>
                    <a:lnTo>
                      <a:pt x="185" y="215"/>
                    </a:lnTo>
                    <a:lnTo>
                      <a:pt x="186" y="214"/>
                    </a:lnTo>
                    <a:lnTo>
                      <a:pt x="188" y="214"/>
                    </a:lnTo>
                    <a:lnTo>
                      <a:pt x="190" y="213"/>
                    </a:lnTo>
                    <a:lnTo>
                      <a:pt x="190" y="212"/>
                    </a:lnTo>
                    <a:lnTo>
                      <a:pt x="189" y="211"/>
                    </a:lnTo>
                    <a:lnTo>
                      <a:pt x="186" y="211"/>
                    </a:lnTo>
                    <a:lnTo>
                      <a:pt x="182" y="212"/>
                    </a:lnTo>
                    <a:lnTo>
                      <a:pt x="181" y="211"/>
                    </a:lnTo>
                    <a:lnTo>
                      <a:pt x="184" y="204"/>
                    </a:lnTo>
                    <a:lnTo>
                      <a:pt x="186" y="201"/>
                    </a:lnTo>
                    <a:lnTo>
                      <a:pt x="188" y="198"/>
                    </a:lnTo>
                    <a:lnTo>
                      <a:pt x="189" y="195"/>
                    </a:lnTo>
                    <a:lnTo>
                      <a:pt x="190" y="193"/>
                    </a:lnTo>
                    <a:lnTo>
                      <a:pt x="185" y="199"/>
                    </a:lnTo>
                    <a:lnTo>
                      <a:pt x="181" y="206"/>
                    </a:lnTo>
                    <a:lnTo>
                      <a:pt x="176" y="212"/>
                    </a:lnTo>
                    <a:lnTo>
                      <a:pt x="176" y="212"/>
                    </a:lnTo>
                    <a:lnTo>
                      <a:pt x="176" y="212"/>
                    </a:lnTo>
                    <a:lnTo>
                      <a:pt x="176" y="211"/>
                    </a:lnTo>
                    <a:lnTo>
                      <a:pt x="176" y="210"/>
                    </a:lnTo>
                    <a:lnTo>
                      <a:pt x="177" y="209"/>
                    </a:lnTo>
                    <a:lnTo>
                      <a:pt x="177" y="208"/>
                    </a:lnTo>
                    <a:lnTo>
                      <a:pt x="177" y="207"/>
                    </a:lnTo>
                    <a:lnTo>
                      <a:pt x="178" y="205"/>
                    </a:lnTo>
                    <a:lnTo>
                      <a:pt x="179" y="203"/>
                    </a:lnTo>
                    <a:lnTo>
                      <a:pt x="179" y="200"/>
                    </a:lnTo>
                    <a:lnTo>
                      <a:pt x="179" y="198"/>
                    </a:lnTo>
                    <a:lnTo>
                      <a:pt x="179" y="195"/>
                    </a:lnTo>
                    <a:lnTo>
                      <a:pt x="177" y="194"/>
                    </a:lnTo>
                    <a:lnTo>
                      <a:pt x="174" y="194"/>
                    </a:lnTo>
                    <a:lnTo>
                      <a:pt x="173" y="194"/>
                    </a:lnTo>
                    <a:lnTo>
                      <a:pt x="171" y="195"/>
                    </a:lnTo>
                    <a:lnTo>
                      <a:pt x="170" y="197"/>
                    </a:lnTo>
                    <a:lnTo>
                      <a:pt x="170" y="198"/>
                    </a:lnTo>
                    <a:lnTo>
                      <a:pt x="170" y="198"/>
                    </a:lnTo>
                    <a:lnTo>
                      <a:pt x="173" y="198"/>
                    </a:lnTo>
                    <a:lnTo>
                      <a:pt x="174" y="199"/>
                    </a:lnTo>
                    <a:lnTo>
                      <a:pt x="174" y="202"/>
                    </a:lnTo>
                    <a:lnTo>
                      <a:pt x="174" y="204"/>
                    </a:lnTo>
                    <a:lnTo>
                      <a:pt x="173" y="206"/>
                    </a:lnTo>
                    <a:lnTo>
                      <a:pt x="171" y="207"/>
                    </a:lnTo>
                    <a:lnTo>
                      <a:pt x="167" y="206"/>
                    </a:lnTo>
                    <a:lnTo>
                      <a:pt x="165" y="204"/>
                    </a:lnTo>
                    <a:lnTo>
                      <a:pt x="164" y="200"/>
                    </a:lnTo>
                    <a:lnTo>
                      <a:pt x="164" y="196"/>
                    </a:lnTo>
                    <a:lnTo>
                      <a:pt x="165" y="191"/>
                    </a:lnTo>
                    <a:lnTo>
                      <a:pt x="166" y="186"/>
                    </a:lnTo>
                    <a:lnTo>
                      <a:pt x="168" y="181"/>
                    </a:lnTo>
                    <a:lnTo>
                      <a:pt x="169" y="178"/>
                    </a:lnTo>
                    <a:lnTo>
                      <a:pt x="170" y="175"/>
                    </a:lnTo>
                    <a:lnTo>
                      <a:pt x="170" y="173"/>
                    </a:lnTo>
                    <a:lnTo>
                      <a:pt x="169" y="172"/>
                    </a:lnTo>
                    <a:lnTo>
                      <a:pt x="167" y="172"/>
                    </a:lnTo>
                    <a:lnTo>
                      <a:pt x="165" y="174"/>
                    </a:lnTo>
                    <a:lnTo>
                      <a:pt x="163" y="175"/>
                    </a:lnTo>
                    <a:lnTo>
                      <a:pt x="161" y="175"/>
                    </a:lnTo>
                    <a:lnTo>
                      <a:pt x="160" y="174"/>
                    </a:lnTo>
                    <a:lnTo>
                      <a:pt x="159" y="173"/>
                    </a:lnTo>
                    <a:lnTo>
                      <a:pt x="157" y="172"/>
                    </a:lnTo>
                    <a:lnTo>
                      <a:pt x="157" y="171"/>
                    </a:lnTo>
                    <a:lnTo>
                      <a:pt x="156" y="169"/>
                    </a:lnTo>
                    <a:lnTo>
                      <a:pt x="157" y="168"/>
                    </a:lnTo>
                    <a:lnTo>
                      <a:pt x="160" y="167"/>
                    </a:lnTo>
                    <a:lnTo>
                      <a:pt x="160" y="167"/>
                    </a:lnTo>
                    <a:lnTo>
                      <a:pt x="161" y="166"/>
                    </a:lnTo>
                    <a:lnTo>
                      <a:pt x="160" y="166"/>
                    </a:lnTo>
                    <a:lnTo>
                      <a:pt x="156" y="163"/>
                    </a:lnTo>
                    <a:lnTo>
                      <a:pt x="152" y="162"/>
                    </a:lnTo>
                    <a:lnTo>
                      <a:pt x="148" y="161"/>
                    </a:lnTo>
                    <a:lnTo>
                      <a:pt x="143" y="159"/>
                    </a:lnTo>
                    <a:lnTo>
                      <a:pt x="142" y="157"/>
                    </a:lnTo>
                    <a:lnTo>
                      <a:pt x="142" y="155"/>
                    </a:lnTo>
                    <a:lnTo>
                      <a:pt x="143" y="153"/>
                    </a:lnTo>
                    <a:lnTo>
                      <a:pt x="145" y="152"/>
                    </a:lnTo>
                    <a:lnTo>
                      <a:pt x="147" y="151"/>
                    </a:lnTo>
                    <a:lnTo>
                      <a:pt x="148" y="150"/>
                    </a:lnTo>
                    <a:lnTo>
                      <a:pt x="149" y="150"/>
                    </a:lnTo>
                    <a:lnTo>
                      <a:pt x="150" y="150"/>
                    </a:lnTo>
                    <a:lnTo>
                      <a:pt x="151" y="149"/>
                    </a:lnTo>
                    <a:lnTo>
                      <a:pt x="151" y="148"/>
                    </a:lnTo>
                    <a:lnTo>
                      <a:pt x="147" y="144"/>
                    </a:lnTo>
                    <a:lnTo>
                      <a:pt x="142" y="140"/>
                    </a:lnTo>
                    <a:lnTo>
                      <a:pt x="137" y="137"/>
                    </a:lnTo>
                    <a:lnTo>
                      <a:pt x="132" y="135"/>
                    </a:lnTo>
                    <a:lnTo>
                      <a:pt x="132" y="135"/>
                    </a:lnTo>
                    <a:lnTo>
                      <a:pt x="132" y="135"/>
                    </a:lnTo>
                    <a:lnTo>
                      <a:pt x="132" y="136"/>
                    </a:lnTo>
                    <a:lnTo>
                      <a:pt x="132" y="136"/>
                    </a:lnTo>
                    <a:lnTo>
                      <a:pt x="133" y="137"/>
                    </a:lnTo>
                    <a:lnTo>
                      <a:pt x="133" y="138"/>
                    </a:lnTo>
                    <a:lnTo>
                      <a:pt x="132" y="138"/>
                    </a:lnTo>
                    <a:lnTo>
                      <a:pt x="131" y="139"/>
                    </a:lnTo>
                    <a:lnTo>
                      <a:pt x="122" y="139"/>
                    </a:lnTo>
                    <a:lnTo>
                      <a:pt x="116" y="139"/>
                    </a:lnTo>
                    <a:lnTo>
                      <a:pt x="110" y="139"/>
                    </a:lnTo>
                    <a:lnTo>
                      <a:pt x="105" y="137"/>
                    </a:lnTo>
                    <a:lnTo>
                      <a:pt x="104" y="136"/>
                    </a:lnTo>
                    <a:lnTo>
                      <a:pt x="106" y="135"/>
                    </a:lnTo>
                    <a:lnTo>
                      <a:pt x="110" y="134"/>
                    </a:lnTo>
                    <a:lnTo>
                      <a:pt x="113" y="133"/>
                    </a:lnTo>
                    <a:lnTo>
                      <a:pt x="116" y="131"/>
                    </a:lnTo>
                    <a:lnTo>
                      <a:pt x="118" y="130"/>
                    </a:lnTo>
                    <a:lnTo>
                      <a:pt x="118" y="129"/>
                    </a:lnTo>
                    <a:lnTo>
                      <a:pt x="111" y="130"/>
                    </a:lnTo>
                    <a:lnTo>
                      <a:pt x="105" y="131"/>
                    </a:lnTo>
                    <a:lnTo>
                      <a:pt x="98" y="134"/>
                    </a:lnTo>
                    <a:lnTo>
                      <a:pt x="93" y="138"/>
                    </a:lnTo>
                    <a:lnTo>
                      <a:pt x="89" y="140"/>
                    </a:lnTo>
                    <a:lnTo>
                      <a:pt x="86" y="143"/>
                    </a:lnTo>
                    <a:lnTo>
                      <a:pt x="84" y="145"/>
                    </a:lnTo>
                    <a:lnTo>
                      <a:pt x="81" y="146"/>
                    </a:lnTo>
                    <a:lnTo>
                      <a:pt x="78" y="148"/>
                    </a:lnTo>
                    <a:lnTo>
                      <a:pt x="72" y="149"/>
                    </a:lnTo>
                    <a:lnTo>
                      <a:pt x="72" y="149"/>
                    </a:lnTo>
                    <a:lnTo>
                      <a:pt x="72" y="148"/>
                    </a:lnTo>
                    <a:lnTo>
                      <a:pt x="73" y="148"/>
                    </a:lnTo>
                    <a:lnTo>
                      <a:pt x="73" y="147"/>
                    </a:lnTo>
                    <a:lnTo>
                      <a:pt x="61" y="151"/>
                    </a:lnTo>
                    <a:lnTo>
                      <a:pt x="49" y="155"/>
                    </a:lnTo>
                    <a:lnTo>
                      <a:pt x="47" y="154"/>
                    </a:lnTo>
                    <a:lnTo>
                      <a:pt x="47" y="153"/>
                    </a:lnTo>
                    <a:lnTo>
                      <a:pt x="46" y="153"/>
                    </a:lnTo>
                    <a:lnTo>
                      <a:pt x="45" y="153"/>
                    </a:lnTo>
                    <a:lnTo>
                      <a:pt x="40" y="155"/>
                    </a:lnTo>
                    <a:lnTo>
                      <a:pt x="35" y="158"/>
                    </a:lnTo>
                    <a:lnTo>
                      <a:pt x="30" y="160"/>
                    </a:lnTo>
                    <a:lnTo>
                      <a:pt x="31" y="159"/>
                    </a:lnTo>
                    <a:lnTo>
                      <a:pt x="32" y="158"/>
                    </a:lnTo>
                    <a:lnTo>
                      <a:pt x="33" y="158"/>
                    </a:lnTo>
                    <a:lnTo>
                      <a:pt x="33" y="157"/>
                    </a:lnTo>
                    <a:lnTo>
                      <a:pt x="22" y="156"/>
                    </a:lnTo>
                    <a:lnTo>
                      <a:pt x="11" y="156"/>
                    </a:lnTo>
                    <a:lnTo>
                      <a:pt x="1" y="154"/>
                    </a:lnTo>
                    <a:lnTo>
                      <a:pt x="0" y="154"/>
                    </a:lnTo>
                    <a:lnTo>
                      <a:pt x="0" y="153"/>
                    </a:lnTo>
                    <a:lnTo>
                      <a:pt x="1" y="153"/>
                    </a:lnTo>
                    <a:lnTo>
                      <a:pt x="2" y="152"/>
                    </a:lnTo>
                    <a:lnTo>
                      <a:pt x="5" y="150"/>
                    </a:lnTo>
                    <a:lnTo>
                      <a:pt x="5" y="150"/>
                    </a:lnTo>
                    <a:lnTo>
                      <a:pt x="11" y="152"/>
                    </a:lnTo>
                    <a:lnTo>
                      <a:pt x="16" y="154"/>
                    </a:lnTo>
                    <a:lnTo>
                      <a:pt x="22" y="155"/>
                    </a:lnTo>
                    <a:lnTo>
                      <a:pt x="24" y="154"/>
                    </a:lnTo>
                    <a:lnTo>
                      <a:pt x="25" y="153"/>
                    </a:lnTo>
                    <a:lnTo>
                      <a:pt x="25" y="152"/>
                    </a:lnTo>
                    <a:lnTo>
                      <a:pt x="26" y="150"/>
                    </a:lnTo>
                    <a:lnTo>
                      <a:pt x="27" y="149"/>
                    </a:lnTo>
                    <a:lnTo>
                      <a:pt x="28" y="149"/>
                    </a:lnTo>
                    <a:lnTo>
                      <a:pt x="31" y="148"/>
                    </a:lnTo>
                    <a:lnTo>
                      <a:pt x="35" y="148"/>
                    </a:lnTo>
                    <a:lnTo>
                      <a:pt x="41" y="147"/>
                    </a:lnTo>
                    <a:lnTo>
                      <a:pt x="47" y="146"/>
                    </a:lnTo>
                    <a:lnTo>
                      <a:pt x="52" y="146"/>
                    </a:lnTo>
                    <a:lnTo>
                      <a:pt x="54" y="145"/>
                    </a:lnTo>
                    <a:lnTo>
                      <a:pt x="55" y="144"/>
                    </a:lnTo>
                    <a:lnTo>
                      <a:pt x="56" y="143"/>
                    </a:lnTo>
                    <a:lnTo>
                      <a:pt x="60" y="138"/>
                    </a:lnTo>
                    <a:lnTo>
                      <a:pt x="61" y="137"/>
                    </a:lnTo>
                    <a:lnTo>
                      <a:pt x="62" y="137"/>
                    </a:lnTo>
                    <a:lnTo>
                      <a:pt x="63" y="138"/>
                    </a:lnTo>
                    <a:lnTo>
                      <a:pt x="65" y="137"/>
                    </a:lnTo>
                    <a:lnTo>
                      <a:pt x="65" y="135"/>
                    </a:lnTo>
                    <a:lnTo>
                      <a:pt x="65" y="134"/>
                    </a:lnTo>
                    <a:lnTo>
                      <a:pt x="66" y="134"/>
                    </a:lnTo>
                    <a:lnTo>
                      <a:pt x="68" y="133"/>
                    </a:lnTo>
                    <a:lnTo>
                      <a:pt x="72" y="132"/>
                    </a:lnTo>
                    <a:lnTo>
                      <a:pt x="75" y="131"/>
                    </a:lnTo>
                    <a:lnTo>
                      <a:pt x="78" y="130"/>
                    </a:lnTo>
                    <a:lnTo>
                      <a:pt x="79" y="128"/>
                    </a:lnTo>
                    <a:lnTo>
                      <a:pt x="78" y="125"/>
                    </a:lnTo>
                    <a:lnTo>
                      <a:pt x="75" y="123"/>
                    </a:lnTo>
                    <a:lnTo>
                      <a:pt x="72" y="122"/>
                    </a:lnTo>
                    <a:lnTo>
                      <a:pt x="68" y="120"/>
                    </a:lnTo>
                    <a:lnTo>
                      <a:pt x="65" y="119"/>
                    </a:lnTo>
                    <a:lnTo>
                      <a:pt x="63" y="118"/>
                    </a:lnTo>
                    <a:lnTo>
                      <a:pt x="60" y="117"/>
                    </a:lnTo>
                    <a:lnTo>
                      <a:pt x="58" y="116"/>
                    </a:lnTo>
                    <a:lnTo>
                      <a:pt x="57" y="114"/>
                    </a:lnTo>
                    <a:lnTo>
                      <a:pt x="57" y="113"/>
                    </a:lnTo>
                    <a:lnTo>
                      <a:pt x="58" y="112"/>
                    </a:lnTo>
                    <a:lnTo>
                      <a:pt x="59" y="112"/>
                    </a:lnTo>
                    <a:lnTo>
                      <a:pt x="60" y="112"/>
                    </a:lnTo>
                    <a:lnTo>
                      <a:pt x="61" y="112"/>
                    </a:lnTo>
                    <a:lnTo>
                      <a:pt x="63" y="111"/>
                    </a:lnTo>
                    <a:lnTo>
                      <a:pt x="64" y="111"/>
                    </a:lnTo>
                    <a:lnTo>
                      <a:pt x="65" y="111"/>
                    </a:lnTo>
                    <a:lnTo>
                      <a:pt x="65" y="109"/>
                    </a:lnTo>
                    <a:lnTo>
                      <a:pt x="71" y="102"/>
                    </a:lnTo>
                    <a:lnTo>
                      <a:pt x="79" y="96"/>
                    </a:lnTo>
                    <a:lnTo>
                      <a:pt x="76" y="97"/>
                    </a:lnTo>
                    <a:lnTo>
                      <a:pt x="73" y="97"/>
                    </a:lnTo>
                    <a:lnTo>
                      <a:pt x="70" y="96"/>
                    </a:lnTo>
                    <a:lnTo>
                      <a:pt x="69" y="93"/>
                    </a:lnTo>
                    <a:lnTo>
                      <a:pt x="70" y="91"/>
                    </a:lnTo>
                    <a:lnTo>
                      <a:pt x="72" y="88"/>
                    </a:lnTo>
                    <a:lnTo>
                      <a:pt x="75" y="84"/>
                    </a:lnTo>
                    <a:lnTo>
                      <a:pt x="78" y="82"/>
                    </a:lnTo>
                    <a:lnTo>
                      <a:pt x="80" y="82"/>
                    </a:lnTo>
                    <a:lnTo>
                      <a:pt x="82" y="83"/>
                    </a:lnTo>
                    <a:lnTo>
                      <a:pt x="84" y="84"/>
                    </a:lnTo>
                    <a:lnTo>
                      <a:pt x="87" y="84"/>
                    </a:lnTo>
                    <a:lnTo>
                      <a:pt x="90" y="82"/>
                    </a:lnTo>
                    <a:lnTo>
                      <a:pt x="91" y="78"/>
                    </a:lnTo>
                    <a:lnTo>
                      <a:pt x="92" y="74"/>
                    </a:lnTo>
                    <a:lnTo>
                      <a:pt x="92" y="73"/>
                    </a:lnTo>
                    <a:lnTo>
                      <a:pt x="92" y="71"/>
                    </a:lnTo>
                    <a:lnTo>
                      <a:pt x="92" y="69"/>
                    </a:lnTo>
                    <a:lnTo>
                      <a:pt x="92" y="69"/>
                    </a:lnTo>
                    <a:lnTo>
                      <a:pt x="97" y="66"/>
                    </a:lnTo>
                    <a:lnTo>
                      <a:pt x="103" y="64"/>
                    </a:lnTo>
                    <a:lnTo>
                      <a:pt x="108" y="63"/>
                    </a:lnTo>
                    <a:lnTo>
                      <a:pt x="112" y="61"/>
                    </a:lnTo>
                    <a:lnTo>
                      <a:pt x="116" y="59"/>
                    </a:lnTo>
                    <a:lnTo>
                      <a:pt x="120" y="58"/>
                    </a:lnTo>
                    <a:lnTo>
                      <a:pt x="124" y="59"/>
                    </a:lnTo>
                    <a:lnTo>
                      <a:pt x="127" y="61"/>
                    </a:lnTo>
                    <a:lnTo>
                      <a:pt x="128" y="63"/>
                    </a:lnTo>
                    <a:lnTo>
                      <a:pt x="130" y="64"/>
                    </a:lnTo>
                    <a:lnTo>
                      <a:pt x="132" y="65"/>
                    </a:lnTo>
                    <a:lnTo>
                      <a:pt x="134" y="65"/>
                    </a:lnTo>
                    <a:lnTo>
                      <a:pt x="137" y="63"/>
                    </a:lnTo>
                    <a:lnTo>
                      <a:pt x="139" y="61"/>
                    </a:lnTo>
                    <a:lnTo>
                      <a:pt x="142" y="56"/>
                    </a:lnTo>
                    <a:lnTo>
                      <a:pt x="143" y="55"/>
                    </a:lnTo>
                    <a:lnTo>
                      <a:pt x="146" y="54"/>
                    </a:lnTo>
                    <a:lnTo>
                      <a:pt x="149" y="53"/>
                    </a:lnTo>
                    <a:lnTo>
                      <a:pt x="151" y="53"/>
                    </a:lnTo>
                    <a:lnTo>
                      <a:pt x="153" y="52"/>
                    </a:lnTo>
                    <a:lnTo>
                      <a:pt x="153" y="51"/>
                    </a:lnTo>
                    <a:lnTo>
                      <a:pt x="151" y="50"/>
                    </a:lnTo>
                    <a:lnTo>
                      <a:pt x="148" y="51"/>
                    </a:lnTo>
                    <a:lnTo>
                      <a:pt x="145" y="52"/>
                    </a:lnTo>
                    <a:lnTo>
                      <a:pt x="142" y="52"/>
                    </a:lnTo>
                    <a:lnTo>
                      <a:pt x="140" y="52"/>
                    </a:lnTo>
                    <a:lnTo>
                      <a:pt x="137" y="49"/>
                    </a:lnTo>
                    <a:lnTo>
                      <a:pt x="137" y="44"/>
                    </a:lnTo>
                    <a:lnTo>
                      <a:pt x="138" y="40"/>
                    </a:lnTo>
                    <a:lnTo>
                      <a:pt x="141" y="36"/>
                    </a:lnTo>
                    <a:lnTo>
                      <a:pt x="144" y="32"/>
                    </a:lnTo>
                    <a:lnTo>
                      <a:pt x="147" y="28"/>
                    </a:lnTo>
                    <a:lnTo>
                      <a:pt x="150" y="26"/>
                    </a:lnTo>
                    <a:lnTo>
                      <a:pt x="152" y="24"/>
                    </a:lnTo>
                    <a:lnTo>
                      <a:pt x="158" y="22"/>
                    </a:lnTo>
                    <a:lnTo>
                      <a:pt x="162" y="20"/>
                    </a:lnTo>
                    <a:lnTo>
                      <a:pt x="165" y="20"/>
                    </a:lnTo>
                    <a:lnTo>
                      <a:pt x="166" y="21"/>
                    </a:lnTo>
                    <a:lnTo>
                      <a:pt x="166" y="22"/>
                    </a:lnTo>
                    <a:lnTo>
                      <a:pt x="166" y="24"/>
                    </a:lnTo>
                    <a:lnTo>
                      <a:pt x="165" y="26"/>
                    </a:lnTo>
                    <a:lnTo>
                      <a:pt x="163" y="32"/>
                    </a:lnTo>
                    <a:lnTo>
                      <a:pt x="163" y="36"/>
                    </a:lnTo>
                    <a:lnTo>
                      <a:pt x="165" y="38"/>
                    </a:lnTo>
                    <a:lnTo>
                      <a:pt x="167" y="39"/>
                    </a:lnTo>
                    <a:lnTo>
                      <a:pt x="170" y="38"/>
                    </a:lnTo>
                    <a:lnTo>
                      <a:pt x="173" y="35"/>
                    </a:lnTo>
                    <a:lnTo>
                      <a:pt x="175" y="32"/>
                    </a:lnTo>
                    <a:lnTo>
                      <a:pt x="178" y="29"/>
                    </a:lnTo>
                    <a:lnTo>
                      <a:pt x="181" y="28"/>
                    </a:lnTo>
                    <a:lnTo>
                      <a:pt x="182" y="28"/>
                    </a:lnTo>
                    <a:lnTo>
                      <a:pt x="182" y="27"/>
                    </a:lnTo>
                    <a:lnTo>
                      <a:pt x="182" y="27"/>
                    </a:lnTo>
                    <a:lnTo>
                      <a:pt x="184" y="27"/>
                    </a:lnTo>
                    <a:lnTo>
                      <a:pt x="184" y="26"/>
                    </a:lnTo>
                    <a:lnTo>
                      <a:pt x="185" y="26"/>
                    </a:lnTo>
                    <a:lnTo>
                      <a:pt x="188" y="22"/>
                    </a:lnTo>
                    <a:lnTo>
                      <a:pt x="189" y="19"/>
                    </a:lnTo>
                    <a:lnTo>
                      <a:pt x="191" y="12"/>
                    </a:lnTo>
                    <a:lnTo>
                      <a:pt x="193" y="9"/>
                    </a:lnTo>
                    <a:lnTo>
                      <a:pt x="196" y="5"/>
                    </a:lnTo>
                    <a:lnTo>
                      <a:pt x="200" y="2"/>
                    </a:lnTo>
                    <a:lnTo>
                      <a:pt x="203" y="1"/>
                    </a:lnTo>
                    <a:lnTo>
                      <a:pt x="205" y="1"/>
                    </a:lnTo>
                    <a:lnTo>
                      <a:pt x="206" y="2"/>
                    </a:lnTo>
                    <a:lnTo>
                      <a:pt x="210" y="5"/>
                    </a:lnTo>
                    <a:lnTo>
                      <a:pt x="213" y="6"/>
                    </a:lnTo>
                    <a:lnTo>
                      <a:pt x="217" y="6"/>
                    </a:lnTo>
                    <a:lnTo>
                      <a:pt x="222" y="5"/>
                    </a:lnTo>
                    <a:lnTo>
                      <a:pt x="226" y="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Freeform 163"/>
              <p:cNvSpPr>
                <a:spLocks/>
              </p:cNvSpPr>
              <p:nvPr/>
            </p:nvSpPr>
            <p:spPr bwMode="auto">
              <a:xfrm>
                <a:off x="5249862" y="3517900"/>
                <a:ext cx="1588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Freeform 164"/>
              <p:cNvSpPr>
                <a:spLocks/>
              </p:cNvSpPr>
              <p:nvPr/>
            </p:nvSpPr>
            <p:spPr bwMode="auto">
              <a:xfrm>
                <a:off x="5008562" y="2438400"/>
                <a:ext cx="95250" cy="131763"/>
              </a:xfrm>
              <a:custGeom>
                <a:avLst/>
                <a:gdLst/>
                <a:ahLst/>
                <a:cxnLst>
                  <a:cxn ang="0">
                    <a:pos x="52" y="5"/>
                  </a:cxn>
                  <a:cxn ang="0">
                    <a:pos x="60" y="14"/>
                  </a:cxn>
                  <a:cxn ang="0">
                    <a:pos x="59" y="19"/>
                  </a:cxn>
                  <a:cxn ang="0">
                    <a:pos x="53" y="25"/>
                  </a:cxn>
                  <a:cxn ang="0">
                    <a:pos x="48" y="28"/>
                  </a:cxn>
                  <a:cxn ang="0">
                    <a:pos x="49" y="28"/>
                  </a:cxn>
                  <a:cxn ang="0">
                    <a:pos x="53" y="30"/>
                  </a:cxn>
                  <a:cxn ang="0">
                    <a:pos x="54" y="31"/>
                  </a:cxn>
                  <a:cxn ang="0">
                    <a:pos x="51" y="34"/>
                  </a:cxn>
                  <a:cxn ang="0">
                    <a:pos x="46" y="36"/>
                  </a:cxn>
                  <a:cxn ang="0">
                    <a:pos x="40" y="44"/>
                  </a:cxn>
                  <a:cxn ang="0">
                    <a:pos x="35" y="50"/>
                  </a:cxn>
                  <a:cxn ang="0">
                    <a:pos x="28" y="52"/>
                  </a:cxn>
                  <a:cxn ang="0">
                    <a:pos x="28" y="54"/>
                  </a:cxn>
                  <a:cxn ang="0">
                    <a:pos x="30" y="55"/>
                  </a:cxn>
                  <a:cxn ang="0">
                    <a:pos x="30" y="56"/>
                  </a:cxn>
                  <a:cxn ang="0">
                    <a:pos x="28" y="57"/>
                  </a:cxn>
                  <a:cxn ang="0">
                    <a:pos x="26" y="54"/>
                  </a:cxn>
                  <a:cxn ang="0">
                    <a:pos x="24" y="52"/>
                  </a:cxn>
                  <a:cxn ang="0">
                    <a:pos x="21" y="57"/>
                  </a:cxn>
                  <a:cxn ang="0">
                    <a:pos x="19" y="73"/>
                  </a:cxn>
                  <a:cxn ang="0">
                    <a:pos x="15" y="82"/>
                  </a:cxn>
                  <a:cxn ang="0">
                    <a:pos x="10" y="82"/>
                  </a:cxn>
                  <a:cxn ang="0">
                    <a:pos x="2" y="74"/>
                  </a:cxn>
                  <a:cxn ang="0">
                    <a:pos x="0" y="67"/>
                  </a:cxn>
                  <a:cxn ang="0">
                    <a:pos x="4" y="60"/>
                  </a:cxn>
                  <a:cxn ang="0">
                    <a:pos x="11" y="48"/>
                  </a:cxn>
                  <a:cxn ang="0">
                    <a:pos x="16" y="42"/>
                  </a:cxn>
                  <a:cxn ang="0">
                    <a:pos x="25" y="41"/>
                  </a:cxn>
                  <a:cxn ang="0">
                    <a:pos x="26" y="39"/>
                  </a:cxn>
                  <a:cxn ang="0">
                    <a:pos x="16" y="31"/>
                  </a:cxn>
                  <a:cxn ang="0">
                    <a:pos x="18" y="31"/>
                  </a:cxn>
                  <a:cxn ang="0">
                    <a:pos x="26" y="33"/>
                  </a:cxn>
                  <a:cxn ang="0">
                    <a:pos x="32" y="34"/>
                  </a:cxn>
                  <a:cxn ang="0">
                    <a:pos x="33" y="33"/>
                  </a:cxn>
                  <a:cxn ang="0">
                    <a:pos x="30" y="31"/>
                  </a:cxn>
                  <a:cxn ang="0">
                    <a:pos x="29" y="28"/>
                  </a:cxn>
                  <a:cxn ang="0">
                    <a:pos x="33" y="25"/>
                  </a:cxn>
                  <a:cxn ang="0">
                    <a:pos x="42" y="24"/>
                  </a:cxn>
                  <a:cxn ang="0">
                    <a:pos x="44" y="23"/>
                  </a:cxn>
                  <a:cxn ang="0">
                    <a:pos x="41" y="20"/>
                  </a:cxn>
                  <a:cxn ang="0">
                    <a:pos x="42" y="15"/>
                  </a:cxn>
                  <a:cxn ang="0">
                    <a:pos x="47" y="0"/>
                  </a:cxn>
                </a:cxnLst>
                <a:rect l="0" t="0" r="r" b="b"/>
                <a:pathLst>
                  <a:path w="60" h="83">
                    <a:moveTo>
                      <a:pt x="47" y="0"/>
                    </a:moveTo>
                    <a:lnTo>
                      <a:pt x="52" y="5"/>
                    </a:lnTo>
                    <a:lnTo>
                      <a:pt x="57" y="9"/>
                    </a:lnTo>
                    <a:lnTo>
                      <a:pt x="60" y="14"/>
                    </a:lnTo>
                    <a:lnTo>
                      <a:pt x="60" y="16"/>
                    </a:lnTo>
                    <a:lnTo>
                      <a:pt x="59" y="19"/>
                    </a:lnTo>
                    <a:lnTo>
                      <a:pt x="56" y="22"/>
                    </a:lnTo>
                    <a:lnTo>
                      <a:pt x="53" y="25"/>
                    </a:lnTo>
                    <a:lnTo>
                      <a:pt x="50" y="27"/>
                    </a:lnTo>
                    <a:lnTo>
                      <a:pt x="48" y="28"/>
                    </a:lnTo>
                    <a:lnTo>
                      <a:pt x="48" y="28"/>
                    </a:lnTo>
                    <a:lnTo>
                      <a:pt x="49" y="28"/>
                    </a:lnTo>
                    <a:lnTo>
                      <a:pt x="51" y="29"/>
                    </a:lnTo>
                    <a:lnTo>
                      <a:pt x="53" y="30"/>
                    </a:lnTo>
                    <a:lnTo>
                      <a:pt x="54" y="30"/>
                    </a:lnTo>
                    <a:lnTo>
                      <a:pt x="54" y="31"/>
                    </a:lnTo>
                    <a:lnTo>
                      <a:pt x="53" y="32"/>
                    </a:lnTo>
                    <a:lnTo>
                      <a:pt x="51" y="34"/>
                    </a:lnTo>
                    <a:lnTo>
                      <a:pt x="48" y="35"/>
                    </a:lnTo>
                    <a:lnTo>
                      <a:pt x="46" y="36"/>
                    </a:lnTo>
                    <a:lnTo>
                      <a:pt x="43" y="40"/>
                    </a:lnTo>
                    <a:lnTo>
                      <a:pt x="40" y="44"/>
                    </a:lnTo>
                    <a:lnTo>
                      <a:pt x="37" y="49"/>
                    </a:lnTo>
                    <a:lnTo>
                      <a:pt x="35" y="50"/>
                    </a:lnTo>
                    <a:lnTo>
                      <a:pt x="30" y="51"/>
                    </a:lnTo>
                    <a:lnTo>
                      <a:pt x="28" y="52"/>
                    </a:lnTo>
                    <a:lnTo>
                      <a:pt x="28" y="53"/>
                    </a:lnTo>
                    <a:lnTo>
                      <a:pt x="28" y="54"/>
                    </a:lnTo>
                    <a:lnTo>
                      <a:pt x="29" y="54"/>
                    </a:lnTo>
                    <a:lnTo>
                      <a:pt x="30" y="55"/>
                    </a:lnTo>
                    <a:lnTo>
                      <a:pt x="30" y="56"/>
                    </a:lnTo>
                    <a:lnTo>
                      <a:pt x="30" y="56"/>
                    </a:lnTo>
                    <a:lnTo>
                      <a:pt x="30" y="57"/>
                    </a:lnTo>
                    <a:lnTo>
                      <a:pt x="28" y="57"/>
                    </a:lnTo>
                    <a:lnTo>
                      <a:pt x="27" y="56"/>
                    </a:lnTo>
                    <a:lnTo>
                      <a:pt x="26" y="54"/>
                    </a:lnTo>
                    <a:lnTo>
                      <a:pt x="25" y="53"/>
                    </a:lnTo>
                    <a:lnTo>
                      <a:pt x="24" y="52"/>
                    </a:lnTo>
                    <a:lnTo>
                      <a:pt x="23" y="53"/>
                    </a:lnTo>
                    <a:lnTo>
                      <a:pt x="21" y="57"/>
                    </a:lnTo>
                    <a:lnTo>
                      <a:pt x="19" y="67"/>
                    </a:lnTo>
                    <a:lnTo>
                      <a:pt x="19" y="73"/>
                    </a:lnTo>
                    <a:lnTo>
                      <a:pt x="18" y="78"/>
                    </a:lnTo>
                    <a:lnTo>
                      <a:pt x="15" y="82"/>
                    </a:lnTo>
                    <a:lnTo>
                      <a:pt x="13" y="83"/>
                    </a:lnTo>
                    <a:lnTo>
                      <a:pt x="10" y="82"/>
                    </a:lnTo>
                    <a:lnTo>
                      <a:pt x="7" y="80"/>
                    </a:lnTo>
                    <a:lnTo>
                      <a:pt x="2" y="74"/>
                    </a:lnTo>
                    <a:lnTo>
                      <a:pt x="1" y="70"/>
                    </a:lnTo>
                    <a:lnTo>
                      <a:pt x="0" y="67"/>
                    </a:lnTo>
                    <a:lnTo>
                      <a:pt x="2" y="63"/>
                    </a:lnTo>
                    <a:lnTo>
                      <a:pt x="4" y="60"/>
                    </a:lnTo>
                    <a:lnTo>
                      <a:pt x="6" y="57"/>
                    </a:lnTo>
                    <a:lnTo>
                      <a:pt x="11" y="48"/>
                    </a:lnTo>
                    <a:lnTo>
                      <a:pt x="14" y="43"/>
                    </a:lnTo>
                    <a:lnTo>
                      <a:pt x="16" y="42"/>
                    </a:lnTo>
                    <a:lnTo>
                      <a:pt x="22" y="41"/>
                    </a:lnTo>
                    <a:lnTo>
                      <a:pt x="25" y="41"/>
                    </a:lnTo>
                    <a:lnTo>
                      <a:pt x="26" y="40"/>
                    </a:lnTo>
                    <a:lnTo>
                      <a:pt x="26" y="39"/>
                    </a:lnTo>
                    <a:lnTo>
                      <a:pt x="22" y="34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8" y="31"/>
                    </a:lnTo>
                    <a:lnTo>
                      <a:pt x="18" y="31"/>
                    </a:lnTo>
                    <a:lnTo>
                      <a:pt x="26" y="33"/>
                    </a:lnTo>
                    <a:lnTo>
                      <a:pt x="30" y="34"/>
                    </a:lnTo>
                    <a:lnTo>
                      <a:pt x="32" y="34"/>
                    </a:lnTo>
                    <a:lnTo>
                      <a:pt x="33" y="34"/>
                    </a:lnTo>
                    <a:lnTo>
                      <a:pt x="33" y="33"/>
                    </a:lnTo>
                    <a:lnTo>
                      <a:pt x="32" y="32"/>
                    </a:lnTo>
                    <a:lnTo>
                      <a:pt x="30" y="31"/>
                    </a:lnTo>
                    <a:lnTo>
                      <a:pt x="29" y="29"/>
                    </a:lnTo>
                    <a:lnTo>
                      <a:pt x="29" y="28"/>
                    </a:lnTo>
                    <a:lnTo>
                      <a:pt x="30" y="27"/>
                    </a:lnTo>
                    <a:lnTo>
                      <a:pt x="33" y="25"/>
                    </a:lnTo>
                    <a:lnTo>
                      <a:pt x="38" y="24"/>
                    </a:lnTo>
                    <a:lnTo>
                      <a:pt x="42" y="24"/>
                    </a:lnTo>
                    <a:lnTo>
                      <a:pt x="45" y="26"/>
                    </a:lnTo>
                    <a:lnTo>
                      <a:pt x="44" y="23"/>
                    </a:lnTo>
                    <a:lnTo>
                      <a:pt x="42" y="21"/>
                    </a:lnTo>
                    <a:lnTo>
                      <a:pt x="41" y="20"/>
                    </a:lnTo>
                    <a:lnTo>
                      <a:pt x="41" y="19"/>
                    </a:lnTo>
                    <a:lnTo>
                      <a:pt x="42" y="15"/>
                    </a:lnTo>
                    <a:lnTo>
                      <a:pt x="44" y="1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Freeform 165"/>
              <p:cNvSpPr>
                <a:spLocks/>
              </p:cNvSpPr>
              <p:nvPr/>
            </p:nvSpPr>
            <p:spPr bwMode="auto">
              <a:xfrm>
                <a:off x="3806825" y="2376488"/>
                <a:ext cx="6350" cy="79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2" y="1"/>
                  </a:cxn>
                  <a:cxn ang="0">
                    <a:pos x="2" y="2"/>
                  </a:cxn>
                  <a:cxn ang="0">
                    <a:pos x="3" y="3"/>
                  </a:cxn>
                  <a:cxn ang="0">
                    <a:pos x="4" y="5"/>
                  </a:cxn>
                  <a:cxn ang="0">
                    <a:pos x="3" y="5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1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Freeform 166"/>
              <p:cNvSpPr>
                <a:spLocks/>
              </p:cNvSpPr>
              <p:nvPr/>
            </p:nvSpPr>
            <p:spPr bwMode="auto">
              <a:xfrm>
                <a:off x="5024437" y="2484438"/>
                <a:ext cx="9525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1"/>
                  </a:cxn>
                  <a:cxn ang="0">
                    <a:pos x="6" y="2"/>
                  </a:cxn>
                  <a:cxn ang="0">
                    <a:pos x="0" y="0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lnTo>
                      <a:pt x="3" y="1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 167"/>
              <p:cNvSpPr>
                <a:spLocks noEditPoints="1"/>
              </p:cNvSpPr>
              <p:nvPr/>
            </p:nvSpPr>
            <p:spPr bwMode="auto">
              <a:xfrm>
                <a:off x="4719637" y="3606800"/>
                <a:ext cx="1588" cy="9525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1" y="4"/>
                  </a:cxn>
                  <a:cxn ang="0">
                    <a:pos x="1" y="6"/>
                  </a:cxn>
                  <a:cxn ang="0">
                    <a:pos x="1" y="6"/>
                  </a:cxn>
                  <a:cxn ang="0">
                    <a:pos x="1" y="2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1" y="2"/>
                  </a:cxn>
                  <a:cxn ang="0">
                    <a:pos x="0" y="0"/>
                  </a:cxn>
                </a:cxnLst>
                <a:rect l="0" t="0" r="r" b="b"/>
                <a:pathLst>
                  <a:path w="1" h="6">
                    <a:moveTo>
                      <a:pt x="1" y="2"/>
                    </a:moveTo>
                    <a:lnTo>
                      <a:pt x="1" y="4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2"/>
                    </a:lnTo>
                    <a:close/>
                    <a:moveTo>
                      <a:pt x="0" y="0"/>
                    </a:moveTo>
                    <a:lnTo>
                      <a:pt x="1" y="1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5" name="Freeform 168"/>
              <p:cNvSpPr>
                <a:spLocks/>
              </p:cNvSpPr>
              <p:nvPr/>
            </p:nvSpPr>
            <p:spPr bwMode="auto">
              <a:xfrm>
                <a:off x="5011737" y="2222500"/>
                <a:ext cx="4763" cy="63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3" y="2"/>
                  </a:cxn>
                  <a:cxn ang="0">
                    <a:pos x="3" y="3"/>
                  </a:cxn>
                  <a:cxn ang="0">
                    <a:pos x="3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6" name="Freeform 169"/>
              <p:cNvSpPr>
                <a:spLocks/>
              </p:cNvSpPr>
              <p:nvPr/>
            </p:nvSpPr>
            <p:spPr bwMode="auto">
              <a:xfrm>
                <a:off x="4373562" y="3114675"/>
                <a:ext cx="7938" cy="6350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5" y="1"/>
                  </a:cxn>
                  <a:cxn ang="0">
                    <a:pos x="3" y="3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2" y="3"/>
                  </a:cxn>
                  <a:cxn ang="0">
                    <a:pos x="4" y="2"/>
                  </a:cxn>
                  <a:cxn ang="0">
                    <a:pos x="5" y="0"/>
                  </a:cxn>
                </a:cxnLst>
                <a:rect l="0" t="0" r="r" b="b"/>
                <a:pathLst>
                  <a:path w="5" h="4">
                    <a:moveTo>
                      <a:pt x="5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2" y="3"/>
                    </a:lnTo>
                    <a:lnTo>
                      <a:pt x="4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7" name="Freeform 170"/>
              <p:cNvSpPr>
                <a:spLocks/>
              </p:cNvSpPr>
              <p:nvPr/>
            </p:nvSpPr>
            <p:spPr bwMode="auto">
              <a:xfrm>
                <a:off x="4867275" y="2841625"/>
                <a:ext cx="9525" cy="206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4"/>
                  </a:cxn>
                  <a:cxn ang="0">
                    <a:pos x="4" y="9"/>
                  </a:cxn>
                  <a:cxn ang="0">
                    <a:pos x="6" y="13"/>
                  </a:cxn>
                  <a:cxn ang="0">
                    <a:pos x="6" y="13"/>
                  </a:cxn>
                  <a:cxn ang="0">
                    <a:pos x="6" y="13"/>
                  </a:cxn>
                  <a:cxn ang="0">
                    <a:pos x="5" y="13"/>
                  </a:cxn>
                  <a:cxn ang="0">
                    <a:pos x="5" y="12"/>
                  </a:cxn>
                  <a:cxn ang="0">
                    <a:pos x="3" y="8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6" h="13">
                    <a:moveTo>
                      <a:pt x="0" y="0"/>
                    </a:moveTo>
                    <a:lnTo>
                      <a:pt x="3" y="4"/>
                    </a:lnTo>
                    <a:lnTo>
                      <a:pt x="4" y="9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3" y="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8" name="Freeform 171"/>
              <p:cNvSpPr>
                <a:spLocks/>
              </p:cNvSpPr>
              <p:nvPr/>
            </p:nvSpPr>
            <p:spPr bwMode="auto">
              <a:xfrm>
                <a:off x="4860925" y="2835275"/>
                <a:ext cx="6350" cy="63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2"/>
                  </a:cxn>
                  <a:cxn ang="0">
                    <a:pos x="4" y="4"/>
                  </a:cxn>
                  <a:cxn ang="0">
                    <a:pos x="3" y="3"/>
                  </a:cxn>
                  <a:cxn ang="0">
                    <a:pos x="3" y="3"/>
                  </a:cxn>
                  <a:cxn ang="0">
                    <a:pos x="3" y="3"/>
                  </a:cxn>
                  <a:cxn ang="0">
                    <a:pos x="2" y="3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9" name="Freeform 172"/>
              <p:cNvSpPr>
                <a:spLocks noEditPoints="1"/>
              </p:cNvSpPr>
              <p:nvPr/>
            </p:nvSpPr>
            <p:spPr bwMode="auto">
              <a:xfrm>
                <a:off x="3533775" y="1504950"/>
                <a:ext cx="884238" cy="300038"/>
              </a:xfrm>
              <a:custGeom>
                <a:avLst/>
                <a:gdLst/>
                <a:ahLst/>
                <a:cxnLst>
                  <a:cxn ang="0">
                    <a:pos x="88" y="168"/>
                  </a:cxn>
                  <a:cxn ang="0">
                    <a:pos x="97" y="168"/>
                  </a:cxn>
                  <a:cxn ang="0">
                    <a:pos x="555" y="0"/>
                  </a:cxn>
                  <a:cxn ang="0">
                    <a:pos x="471" y="10"/>
                  </a:cxn>
                  <a:cxn ang="0">
                    <a:pos x="443" y="7"/>
                  </a:cxn>
                  <a:cxn ang="0">
                    <a:pos x="345" y="25"/>
                  </a:cxn>
                  <a:cxn ang="0">
                    <a:pos x="353" y="24"/>
                  </a:cxn>
                  <a:cxn ang="0">
                    <a:pos x="332" y="29"/>
                  </a:cxn>
                  <a:cxn ang="0">
                    <a:pos x="303" y="38"/>
                  </a:cxn>
                  <a:cxn ang="0">
                    <a:pos x="300" y="44"/>
                  </a:cxn>
                  <a:cxn ang="0">
                    <a:pos x="313" y="40"/>
                  </a:cxn>
                  <a:cxn ang="0">
                    <a:pos x="310" y="41"/>
                  </a:cxn>
                  <a:cxn ang="0">
                    <a:pos x="272" y="57"/>
                  </a:cxn>
                  <a:cxn ang="0">
                    <a:pos x="249" y="67"/>
                  </a:cxn>
                  <a:cxn ang="0">
                    <a:pos x="236" y="77"/>
                  </a:cxn>
                  <a:cxn ang="0">
                    <a:pos x="209" y="87"/>
                  </a:cxn>
                  <a:cxn ang="0">
                    <a:pos x="198" y="92"/>
                  </a:cxn>
                  <a:cxn ang="0">
                    <a:pos x="205" y="99"/>
                  </a:cxn>
                  <a:cxn ang="0">
                    <a:pos x="196" y="103"/>
                  </a:cxn>
                  <a:cxn ang="0">
                    <a:pos x="189" y="107"/>
                  </a:cxn>
                  <a:cxn ang="0">
                    <a:pos x="189" y="110"/>
                  </a:cxn>
                  <a:cxn ang="0">
                    <a:pos x="201" y="105"/>
                  </a:cxn>
                  <a:cxn ang="0">
                    <a:pos x="189" y="126"/>
                  </a:cxn>
                  <a:cxn ang="0">
                    <a:pos x="170" y="141"/>
                  </a:cxn>
                  <a:cxn ang="0">
                    <a:pos x="174" y="138"/>
                  </a:cxn>
                  <a:cxn ang="0">
                    <a:pos x="159" y="153"/>
                  </a:cxn>
                  <a:cxn ang="0">
                    <a:pos x="144" y="161"/>
                  </a:cxn>
                  <a:cxn ang="0">
                    <a:pos x="139" y="164"/>
                  </a:cxn>
                  <a:cxn ang="0">
                    <a:pos x="140" y="179"/>
                  </a:cxn>
                  <a:cxn ang="0">
                    <a:pos x="131" y="174"/>
                  </a:cxn>
                  <a:cxn ang="0">
                    <a:pos x="123" y="180"/>
                  </a:cxn>
                  <a:cxn ang="0">
                    <a:pos x="107" y="185"/>
                  </a:cxn>
                  <a:cxn ang="0">
                    <a:pos x="111" y="183"/>
                  </a:cxn>
                  <a:cxn ang="0">
                    <a:pos x="114" y="178"/>
                  </a:cxn>
                  <a:cxn ang="0">
                    <a:pos x="119" y="171"/>
                  </a:cxn>
                  <a:cxn ang="0">
                    <a:pos x="127" y="164"/>
                  </a:cxn>
                  <a:cxn ang="0">
                    <a:pos x="131" y="156"/>
                  </a:cxn>
                  <a:cxn ang="0">
                    <a:pos x="141" y="150"/>
                  </a:cxn>
                  <a:cxn ang="0">
                    <a:pos x="134" y="153"/>
                  </a:cxn>
                  <a:cxn ang="0">
                    <a:pos x="117" y="159"/>
                  </a:cxn>
                  <a:cxn ang="0">
                    <a:pos x="119" y="149"/>
                  </a:cxn>
                  <a:cxn ang="0">
                    <a:pos x="115" y="149"/>
                  </a:cxn>
                  <a:cxn ang="0">
                    <a:pos x="108" y="161"/>
                  </a:cxn>
                  <a:cxn ang="0">
                    <a:pos x="99" y="165"/>
                  </a:cxn>
                  <a:cxn ang="0">
                    <a:pos x="96" y="168"/>
                  </a:cxn>
                  <a:cxn ang="0">
                    <a:pos x="80" y="178"/>
                  </a:cxn>
                  <a:cxn ang="0">
                    <a:pos x="87" y="169"/>
                  </a:cxn>
                  <a:cxn ang="0">
                    <a:pos x="79" y="167"/>
                  </a:cxn>
                  <a:cxn ang="0">
                    <a:pos x="70" y="165"/>
                  </a:cxn>
                  <a:cxn ang="0">
                    <a:pos x="57" y="168"/>
                  </a:cxn>
                  <a:cxn ang="0">
                    <a:pos x="63" y="163"/>
                  </a:cxn>
                  <a:cxn ang="0">
                    <a:pos x="74" y="153"/>
                  </a:cxn>
                  <a:cxn ang="0">
                    <a:pos x="71" y="146"/>
                  </a:cxn>
                  <a:cxn ang="0">
                    <a:pos x="58" y="155"/>
                  </a:cxn>
                  <a:cxn ang="0">
                    <a:pos x="19" y="177"/>
                  </a:cxn>
                  <a:cxn ang="0">
                    <a:pos x="1" y="188"/>
                  </a:cxn>
                  <a:cxn ang="0">
                    <a:pos x="163" y="87"/>
                  </a:cxn>
                  <a:cxn ang="0">
                    <a:pos x="346" y="23"/>
                  </a:cxn>
                  <a:cxn ang="0">
                    <a:pos x="545" y="0"/>
                  </a:cxn>
                </a:cxnLst>
                <a:rect l="0" t="0" r="r" b="b"/>
                <a:pathLst>
                  <a:path w="557" h="189">
                    <a:moveTo>
                      <a:pt x="88" y="168"/>
                    </a:moveTo>
                    <a:lnTo>
                      <a:pt x="87" y="168"/>
                    </a:lnTo>
                    <a:lnTo>
                      <a:pt x="87" y="169"/>
                    </a:lnTo>
                    <a:lnTo>
                      <a:pt x="88" y="168"/>
                    </a:lnTo>
                    <a:close/>
                    <a:moveTo>
                      <a:pt x="98" y="167"/>
                    </a:moveTo>
                    <a:lnTo>
                      <a:pt x="98" y="167"/>
                    </a:lnTo>
                    <a:lnTo>
                      <a:pt x="98" y="167"/>
                    </a:lnTo>
                    <a:lnTo>
                      <a:pt x="97" y="168"/>
                    </a:lnTo>
                    <a:lnTo>
                      <a:pt x="96" y="168"/>
                    </a:lnTo>
                    <a:lnTo>
                      <a:pt x="98" y="167"/>
                    </a:lnTo>
                    <a:close/>
                    <a:moveTo>
                      <a:pt x="545" y="0"/>
                    </a:moveTo>
                    <a:lnTo>
                      <a:pt x="555" y="0"/>
                    </a:lnTo>
                    <a:lnTo>
                      <a:pt x="557" y="0"/>
                    </a:lnTo>
                    <a:lnTo>
                      <a:pt x="480" y="10"/>
                    </a:lnTo>
                    <a:lnTo>
                      <a:pt x="475" y="10"/>
                    </a:lnTo>
                    <a:lnTo>
                      <a:pt x="471" y="10"/>
                    </a:lnTo>
                    <a:lnTo>
                      <a:pt x="462" y="8"/>
                    </a:lnTo>
                    <a:lnTo>
                      <a:pt x="453" y="6"/>
                    </a:lnTo>
                    <a:lnTo>
                      <a:pt x="448" y="6"/>
                    </a:lnTo>
                    <a:lnTo>
                      <a:pt x="443" y="7"/>
                    </a:lnTo>
                    <a:lnTo>
                      <a:pt x="437" y="8"/>
                    </a:lnTo>
                    <a:lnTo>
                      <a:pt x="432" y="10"/>
                    </a:lnTo>
                    <a:lnTo>
                      <a:pt x="388" y="18"/>
                    </a:lnTo>
                    <a:lnTo>
                      <a:pt x="345" y="25"/>
                    </a:lnTo>
                    <a:lnTo>
                      <a:pt x="343" y="26"/>
                    </a:lnTo>
                    <a:lnTo>
                      <a:pt x="344" y="26"/>
                    </a:lnTo>
                    <a:lnTo>
                      <a:pt x="347" y="25"/>
                    </a:lnTo>
                    <a:lnTo>
                      <a:pt x="353" y="24"/>
                    </a:lnTo>
                    <a:lnTo>
                      <a:pt x="356" y="24"/>
                    </a:lnTo>
                    <a:lnTo>
                      <a:pt x="356" y="24"/>
                    </a:lnTo>
                    <a:lnTo>
                      <a:pt x="348" y="26"/>
                    </a:lnTo>
                    <a:lnTo>
                      <a:pt x="332" y="29"/>
                    </a:lnTo>
                    <a:lnTo>
                      <a:pt x="324" y="31"/>
                    </a:lnTo>
                    <a:lnTo>
                      <a:pt x="315" y="35"/>
                    </a:lnTo>
                    <a:lnTo>
                      <a:pt x="311" y="36"/>
                    </a:lnTo>
                    <a:lnTo>
                      <a:pt x="303" y="38"/>
                    </a:lnTo>
                    <a:lnTo>
                      <a:pt x="300" y="39"/>
                    </a:lnTo>
                    <a:lnTo>
                      <a:pt x="298" y="43"/>
                    </a:lnTo>
                    <a:lnTo>
                      <a:pt x="298" y="44"/>
                    </a:lnTo>
                    <a:lnTo>
                      <a:pt x="300" y="44"/>
                    </a:lnTo>
                    <a:lnTo>
                      <a:pt x="303" y="44"/>
                    </a:lnTo>
                    <a:lnTo>
                      <a:pt x="306" y="42"/>
                    </a:lnTo>
                    <a:lnTo>
                      <a:pt x="310" y="41"/>
                    </a:lnTo>
                    <a:lnTo>
                      <a:pt x="313" y="40"/>
                    </a:lnTo>
                    <a:lnTo>
                      <a:pt x="313" y="41"/>
                    </a:lnTo>
                    <a:lnTo>
                      <a:pt x="312" y="41"/>
                    </a:lnTo>
                    <a:lnTo>
                      <a:pt x="310" y="41"/>
                    </a:lnTo>
                    <a:lnTo>
                      <a:pt x="310" y="41"/>
                    </a:lnTo>
                    <a:lnTo>
                      <a:pt x="294" y="48"/>
                    </a:lnTo>
                    <a:lnTo>
                      <a:pt x="287" y="51"/>
                    </a:lnTo>
                    <a:lnTo>
                      <a:pt x="279" y="54"/>
                    </a:lnTo>
                    <a:lnTo>
                      <a:pt x="272" y="57"/>
                    </a:lnTo>
                    <a:lnTo>
                      <a:pt x="265" y="59"/>
                    </a:lnTo>
                    <a:lnTo>
                      <a:pt x="258" y="62"/>
                    </a:lnTo>
                    <a:lnTo>
                      <a:pt x="251" y="65"/>
                    </a:lnTo>
                    <a:lnTo>
                      <a:pt x="249" y="67"/>
                    </a:lnTo>
                    <a:lnTo>
                      <a:pt x="248" y="69"/>
                    </a:lnTo>
                    <a:lnTo>
                      <a:pt x="247" y="70"/>
                    </a:lnTo>
                    <a:lnTo>
                      <a:pt x="241" y="74"/>
                    </a:lnTo>
                    <a:lnTo>
                      <a:pt x="236" y="77"/>
                    </a:lnTo>
                    <a:lnTo>
                      <a:pt x="232" y="79"/>
                    </a:lnTo>
                    <a:lnTo>
                      <a:pt x="225" y="81"/>
                    </a:lnTo>
                    <a:lnTo>
                      <a:pt x="214" y="86"/>
                    </a:lnTo>
                    <a:lnTo>
                      <a:pt x="209" y="87"/>
                    </a:lnTo>
                    <a:lnTo>
                      <a:pt x="205" y="87"/>
                    </a:lnTo>
                    <a:lnTo>
                      <a:pt x="201" y="88"/>
                    </a:lnTo>
                    <a:lnTo>
                      <a:pt x="198" y="90"/>
                    </a:lnTo>
                    <a:lnTo>
                      <a:pt x="198" y="92"/>
                    </a:lnTo>
                    <a:lnTo>
                      <a:pt x="198" y="94"/>
                    </a:lnTo>
                    <a:lnTo>
                      <a:pt x="201" y="99"/>
                    </a:lnTo>
                    <a:lnTo>
                      <a:pt x="202" y="99"/>
                    </a:lnTo>
                    <a:lnTo>
                      <a:pt x="205" y="99"/>
                    </a:lnTo>
                    <a:lnTo>
                      <a:pt x="201" y="102"/>
                    </a:lnTo>
                    <a:lnTo>
                      <a:pt x="199" y="103"/>
                    </a:lnTo>
                    <a:lnTo>
                      <a:pt x="197" y="103"/>
                    </a:lnTo>
                    <a:lnTo>
                      <a:pt x="196" y="103"/>
                    </a:lnTo>
                    <a:lnTo>
                      <a:pt x="195" y="103"/>
                    </a:lnTo>
                    <a:lnTo>
                      <a:pt x="193" y="103"/>
                    </a:lnTo>
                    <a:lnTo>
                      <a:pt x="191" y="104"/>
                    </a:lnTo>
                    <a:lnTo>
                      <a:pt x="189" y="107"/>
                    </a:lnTo>
                    <a:lnTo>
                      <a:pt x="185" y="111"/>
                    </a:lnTo>
                    <a:lnTo>
                      <a:pt x="187" y="111"/>
                    </a:lnTo>
                    <a:lnTo>
                      <a:pt x="188" y="110"/>
                    </a:lnTo>
                    <a:lnTo>
                      <a:pt x="189" y="110"/>
                    </a:lnTo>
                    <a:lnTo>
                      <a:pt x="192" y="108"/>
                    </a:lnTo>
                    <a:lnTo>
                      <a:pt x="195" y="106"/>
                    </a:lnTo>
                    <a:lnTo>
                      <a:pt x="198" y="104"/>
                    </a:lnTo>
                    <a:lnTo>
                      <a:pt x="201" y="105"/>
                    </a:lnTo>
                    <a:lnTo>
                      <a:pt x="202" y="107"/>
                    </a:lnTo>
                    <a:lnTo>
                      <a:pt x="202" y="110"/>
                    </a:lnTo>
                    <a:lnTo>
                      <a:pt x="200" y="114"/>
                    </a:lnTo>
                    <a:lnTo>
                      <a:pt x="189" y="126"/>
                    </a:lnTo>
                    <a:lnTo>
                      <a:pt x="185" y="129"/>
                    </a:lnTo>
                    <a:lnTo>
                      <a:pt x="182" y="132"/>
                    </a:lnTo>
                    <a:lnTo>
                      <a:pt x="181" y="133"/>
                    </a:lnTo>
                    <a:lnTo>
                      <a:pt x="170" y="141"/>
                    </a:lnTo>
                    <a:lnTo>
                      <a:pt x="171" y="141"/>
                    </a:lnTo>
                    <a:lnTo>
                      <a:pt x="172" y="139"/>
                    </a:lnTo>
                    <a:lnTo>
                      <a:pt x="173" y="138"/>
                    </a:lnTo>
                    <a:lnTo>
                      <a:pt x="174" y="138"/>
                    </a:lnTo>
                    <a:lnTo>
                      <a:pt x="175" y="138"/>
                    </a:lnTo>
                    <a:lnTo>
                      <a:pt x="169" y="144"/>
                    </a:lnTo>
                    <a:lnTo>
                      <a:pt x="164" y="149"/>
                    </a:lnTo>
                    <a:lnTo>
                      <a:pt x="159" y="153"/>
                    </a:lnTo>
                    <a:lnTo>
                      <a:pt x="153" y="156"/>
                    </a:lnTo>
                    <a:lnTo>
                      <a:pt x="146" y="160"/>
                    </a:lnTo>
                    <a:lnTo>
                      <a:pt x="145" y="161"/>
                    </a:lnTo>
                    <a:lnTo>
                      <a:pt x="144" y="161"/>
                    </a:lnTo>
                    <a:lnTo>
                      <a:pt x="142" y="162"/>
                    </a:lnTo>
                    <a:lnTo>
                      <a:pt x="141" y="162"/>
                    </a:lnTo>
                    <a:lnTo>
                      <a:pt x="140" y="163"/>
                    </a:lnTo>
                    <a:lnTo>
                      <a:pt x="139" y="164"/>
                    </a:lnTo>
                    <a:lnTo>
                      <a:pt x="139" y="168"/>
                    </a:lnTo>
                    <a:lnTo>
                      <a:pt x="141" y="172"/>
                    </a:lnTo>
                    <a:lnTo>
                      <a:pt x="141" y="176"/>
                    </a:lnTo>
                    <a:lnTo>
                      <a:pt x="140" y="179"/>
                    </a:lnTo>
                    <a:lnTo>
                      <a:pt x="138" y="179"/>
                    </a:lnTo>
                    <a:lnTo>
                      <a:pt x="136" y="177"/>
                    </a:lnTo>
                    <a:lnTo>
                      <a:pt x="133" y="175"/>
                    </a:lnTo>
                    <a:lnTo>
                      <a:pt x="131" y="174"/>
                    </a:lnTo>
                    <a:lnTo>
                      <a:pt x="130" y="175"/>
                    </a:lnTo>
                    <a:lnTo>
                      <a:pt x="129" y="177"/>
                    </a:lnTo>
                    <a:lnTo>
                      <a:pt x="128" y="177"/>
                    </a:lnTo>
                    <a:lnTo>
                      <a:pt x="123" y="180"/>
                    </a:lnTo>
                    <a:lnTo>
                      <a:pt x="118" y="183"/>
                    </a:lnTo>
                    <a:lnTo>
                      <a:pt x="112" y="184"/>
                    </a:lnTo>
                    <a:lnTo>
                      <a:pt x="108" y="185"/>
                    </a:lnTo>
                    <a:lnTo>
                      <a:pt x="107" y="185"/>
                    </a:lnTo>
                    <a:lnTo>
                      <a:pt x="108" y="185"/>
                    </a:lnTo>
                    <a:lnTo>
                      <a:pt x="108" y="185"/>
                    </a:lnTo>
                    <a:lnTo>
                      <a:pt x="109" y="184"/>
                    </a:lnTo>
                    <a:lnTo>
                      <a:pt x="111" y="183"/>
                    </a:lnTo>
                    <a:lnTo>
                      <a:pt x="113" y="182"/>
                    </a:lnTo>
                    <a:lnTo>
                      <a:pt x="114" y="181"/>
                    </a:lnTo>
                    <a:lnTo>
                      <a:pt x="114" y="179"/>
                    </a:lnTo>
                    <a:lnTo>
                      <a:pt x="114" y="178"/>
                    </a:lnTo>
                    <a:lnTo>
                      <a:pt x="115" y="177"/>
                    </a:lnTo>
                    <a:lnTo>
                      <a:pt x="115" y="175"/>
                    </a:lnTo>
                    <a:lnTo>
                      <a:pt x="115" y="174"/>
                    </a:lnTo>
                    <a:lnTo>
                      <a:pt x="119" y="171"/>
                    </a:lnTo>
                    <a:lnTo>
                      <a:pt x="123" y="169"/>
                    </a:lnTo>
                    <a:lnTo>
                      <a:pt x="126" y="167"/>
                    </a:lnTo>
                    <a:lnTo>
                      <a:pt x="127" y="165"/>
                    </a:lnTo>
                    <a:lnTo>
                      <a:pt x="127" y="164"/>
                    </a:lnTo>
                    <a:lnTo>
                      <a:pt x="126" y="163"/>
                    </a:lnTo>
                    <a:lnTo>
                      <a:pt x="126" y="160"/>
                    </a:lnTo>
                    <a:lnTo>
                      <a:pt x="127" y="159"/>
                    </a:lnTo>
                    <a:lnTo>
                      <a:pt x="131" y="156"/>
                    </a:lnTo>
                    <a:lnTo>
                      <a:pt x="136" y="154"/>
                    </a:lnTo>
                    <a:lnTo>
                      <a:pt x="141" y="151"/>
                    </a:lnTo>
                    <a:lnTo>
                      <a:pt x="141" y="150"/>
                    </a:lnTo>
                    <a:lnTo>
                      <a:pt x="141" y="150"/>
                    </a:lnTo>
                    <a:lnTo>
                      <a:pt x="139" y="151"/>
                    </a:lnTo>
                    <a:lnTo>
                      <a:pt x="138" y="151"/>
                    </a:lnTo>
                    <a:lnTo>
                      <a:pt x="135" y="153"/>
                    </a:lnTo>
                    <a:lnTo>
                      <a:pt x="134" y="153"/>
                    </a:lnTo>
                    <a:lnTo>
                      <a:pt x="130" y="155"/>
                    </a:lnTo>
                    <a:lnTo>
                      <a:pt x="125" y="158"/>
                    </a:lnTo>
                    <a:lnTo>
                      <a:pt x="121" y="160"/>
                    </a:lnTo>
                    <a:lnTo>
                      <a:pt x="117" y="159"/>
                    </a:lnTo>
                    <a:lnTo>
                      <a:pt x="116" y="158"/>
                    </a:lnTo>
                    <a:lnTo>
                      <a:pt x="116" y="155"/>
                    </a:lnTo>
                    <a:lnTo>
                      <a:pt x="118" y="152"/>
                    </a:lnTo>
                    <a:lnTo>
                      <a:pt x="119" y="149"/>
                    </a:lnTo>
                    <a:lnTo>
                      <a:pt x="120" y="147"/>
                    </a:lnTo>
                    <a:lnTo>
                      <a:pt x="119" y="146"/>
                    </a:lnTo>
                    <a:lnTo>
                      <a:pt x="117" y="147"/>
                    </a:lnTo>
                    <a:lnTo>
                      <a:pt x="115" y="149"/>
                    </a:lnTo>
                    <a:lnTo>
                      <a:pt x="114" y="153"/>
                    </a:lnTo>
                    <a:lnTo>
                      <a:pt x="113" y="156"/>
                    </a:lnTo>
                    <a:lnTo>
                      <a:pt x="111" y="158"/>
                    </a:lnTo>
                    <a:lnTo>
                      <a:pt x="108" y="161"/>
                    </a:lnTo>
                    <a:lnTo>
                      <a:pt x="103" y="164"/>
                    </a:lnTo>
                    <a:lnTo>
                      <a:pt x="99" y="166"/>
                    </a:lnTo>
                    <a:lnTo>
                      <a:pt x="99" y="166"/>
                    </a:lnTo>
                    <a:lnTo>
                      <a:pt x="99" y="165"/>
                    </a:lnTo>
                    <a:lnTo>
                      <a:pt x="96" y="167"/>
                    </a:lnTo>
                    <a:lnTo>
                      <a:pt x="96" y="167"/>
                    </a:lnTo>
                    <a:lnTo>
                      <a:pt x="95" y="168"/>
                    </a:lnTo>
                    <a:lnTo>
                      <a:pt x="96" y="168"/>
                    </a:lnTo>
                    <a:lnTo>
                      <a:pt x="92" y="171"/>
                    </a:lnTo>
                    <a:lnTo>
                      <a:pt x="85" y="176"/>
                    </a:lnTo>
                    <a:lnTo>
                      <a:pt x="85" y="176"/>
                    </a:lnTo>
                    <a:lnTo>
                      <a:pt x="80" y="178"/>
                    </a:lnTo>
                    <a:lnTo>
                      <a:pt x="79" y="178"/>
                    </a:lnTo>
                    <a:lnTo>
                      <a:pt x="79" y="178"/>
                    </a:lnTo>
                    <a:lnTo>
                      <a:pt x="81" y="175"/>
                    </a:lnTo>
                    <a:lnTo>
                      <a:pt x="87" y="169"/>
                    </a:lnTo>
                    <a:lnTo>
                      <a:pt x="85" y="170"/>
                    </a:lnTo>
                    <a:lnTo>
                      <a:pt x="84" y="170"/>
                    </a:lnTo>
                    <a:lnTo>
                      <a:pt x="80" y="169"/>
                    </a:lnTo>
                    <a:lnTo>
                      <a:pt x="79" y="167"/>
                    </a:lnTo>
                    <a:lnTo>
                      <a:pt x="78" y="165"/>
                    </a:lnTo>
                    <a:lnTo>
                      <a:pt x="76" y="164"/>
                    </a:lnTo>
                    <a:lnTo>
                      <a:pt x="74" y="164"/>
                    </a:lnTo>
                    <a:lnTo>
                      <a:pt x="70" y="165"/>
                    </a:lnTo>
                    <a:lnTo>
                      <a:pt x="66" y="168"/>
                    </a:lnTo>
                    <a:lnTo>
                      <a:pt x="63" y="169"/>
                    </a:lnTo>
                    <a:lnTo>
                      <a:pt x="60" y="170"/>
                    </a:lnTo>
                    <a:lnTo>
                      <a:pt x="57" y="168"/>
                    </a:lnTo>
                    <a:lnTo>
                      <a:pt x="57" y="167"/>
                    </a:lnTo>
                    <a:lnTo>
                      <a:pt x="58" y="165"/>
                    </a:lnTo>
                    <a:lnTo>
                      <a:pt x="60" y="164"/>
                    </a:lnTo>
                    <a:lnTo>
                      <a:pt x="63" y="163"/>
                    </a:lnTo>
                    <a:lnTo>
                      <a:pt x="66" y="161"/>
                    </a:lnTo>
                    <a:lnTo>
                      <a:pt x="68" y="160"/>
                    </a:lnTo>
                    <a:lnTo>
                      <a:pt x="71" y="157"/>
                    </a:lnTo>
                    <a:lnTo>
                      <a:pt x="74" y="153"/>
                    </a:lnTo>
                    <a:lnTo>
                      <a:pt x="75" y="149"/>
                    </a:lnTo>
                    <a:lnTo>
                      <a:pt x="75" y="146"/>
                    </a:lnTo>
                    <a:lnTo>
                      <a:pt x="73" y="145"/>
                    </a:lnTo>
                    <a:lnTo>
                      <a:pt x="71" y="146"/>
                    </a:lnTo>
                    <a:lnTo>
                      <a:pt x="68" y="148"/>
                    </a:lnTo>
                    <a:lnTo>
                      <a:pt x="66" y="150"/>
                    </a:lnTo>
                    <a:lnTo>
                      <a:pt x="63" y="152"/>
                    </a:lnTo>
                    <a:lnTo>
                      <a:pt x="58" y="155"/>
                    </a:lnTo>
                    <a:lnTo>
                      <a:pt x="51" y="158"/>
                    </a:lnTo>
                    <a:lnTo>
                      <a:pt x="44" y="162"/>
                    </a:lnTo>
                    <a:lnTo>
                      <a:pt x="28" y="173"/>
                    </a:lnTo>
                    <a:lnTo>
                      <a:pt x="19" y="177"/>
                    </a:lnTo>
                    <a:lnTo>
                      <a:pt x="11" y="182"/>
                    </a:lnTo>
                    <a:lnTo>
                      <a:pt x="5" y="186"/>
                    </a:lnTo>
                    <a:lnTo>
                      <a:pt x="0" y="189"/>
                    </a:lnTo>
                    <a:lnTo>
                      <a:pt x="1" y="188"/>
                    </a:lnTo>
                    <a:lnTo>
                      <a:pt x="39" y="160"/>
                    </a:lnTo>
                    <a:lnTo>
                      <a:pt x="79" y="133"/>
                    </a:lnTo>
                    <a:lnTo>
                      <a:pt x="120" y="109"/>
                    </a:lnTo>
                    <a:lnTo>
                      <a:pt x="163" y="87"/>
                    </a:lnTo>
                    <a:lnTo>
                      <a:pt x="207" y="67"/>
                    </a:lnTo>
                    <a:lnTo>
                      <a:pt x="252" y="50"/>
                    </a:lnTo>
                    <a:lnTo>
                      <a:pt x="298" y="35"/>
                    </a:lnTo>
                    <a:lnTo>
                      <a:pt x="346" y="23"/>
                    </a:lnTo>
                    <a:lnTo>
                      <a:pt x="394" y="13"/>
                    </a:lnTo>
                    <a:lnTo>
                      <a:pt x="444" y="6"/>
                    </a:lnTo>
                    <a:lnTo>
                      <a:pt x="494" y="2"/>
                    </a:lnTo>
                    <a:lnTo>
                      <a:pt x="5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" name="Freeform 173"/>
              <p:cNvSpPr>
                <a:spLocks noEditPoints="1"/>
              </p:cNvSpPr>
              <p:nvPr/>
            </p:nvSpPr>
            <p:spPr bwMode="auto">
              <a:xfrm>
                <a:off x="4795837" y="1562100"/>
                <a:ext cx="406400" cy="206375"/>
              </a:xfrm>
              <a:custGeom>
                <a:avLst/>
                <a:gdLst/>
                <a:ahLst/>
                <a:cxnLst>
                  <a:cxn ang="0">
                    <a:pos x="231" y="109"/>
                  </a:cxn>
                  <a:cxn ang="0">
                    <a:pos x="227" y="107"/>
                  </a:cxn>
                  <a:cxn ang="0">
                    <a:pos x="206" y="95"/>
                  </a:cxn>
                  <a:cxn ang="0">
                    <a:pos x="159" y="78"/>
                  </a:cxn>
                  <a:cxn ang="0">
                    <a:pos x="139" y="56"/>
                  </a:cxn>
                  <a:cxn ang="0">
                    <a:pos x="139" y="56"/>
                  </a:cxn>
                  <a:cxn ang="0">
                    <a:pos x="58" y="32"/>
                  </a:cxn>
                  <a:cxn ang="0">
                    <a:pos x="61" y="32"/>
                  </a:cxn>
                  <a:cxn ang="0">
                    <a:pos x="58" y="31"/>
                  </a:cxn>
                  <a:cxn ang="0">
                    <a:pos x="54" y="30"/>
                  </a:cxn>
                  <a:cxn ang="0">
                    <a:pos x="3" y="0"/>
                  </a:cxn>
                  <a:cxn ang="0">
                    <a:pos x="16" y="6"/>
                  </a:cxn>
                  <a:cxn ang="0">
                    <a:pos x="55" y="20"/>
                  </a:cxn>
                  <a:cxn ang="0">
                    <a:pos x="128" y="50"/>
                  </a:cxn>
                  <a:cxn ang="0">
                    <a:pos x="139" y="56"/>
                  </a:cxn>
                  <a:cxn ang="0">
                    <a:pos x="163" y="69"/>
                  </a:cxn>
                  <a:cxn ang="0">
                    <a:pos x="151" y="64"/>
                  </a:cxn>
                  <a:cxn ang="0">
                    <a:pos x="101" y="41"/>
                  </a:cxn>
                  <a:cxn ang="0">
                    <a:pos x="90" y="37"/>
                  </a:cxn>
                  <a:cxn ang="0">
                    <a:pos x="93" y="40"/>
                  </a:cxn>
                  <a:cxn ang="0">
                    <a:pos x="100" y="43"/>
                  </a:cxn>
                  <a:cxn ang="0">
                    <a:pos x="162" y="72"/>
                  </a:cxn>
                  <a:cxn ang="0">
                    <a:pos x="191" y="85"/>
                  </a:cxn>
                  <a:cxn ang="0">
                    <a:pos x="192" y="85"/>
                  </a:cxn>
                  <a:cxn ang="0">
                    <a:pos x="195" y="87"/>
                  </a:cxn>
                  <a:cxn ang="0">
                    <a:pos x="207" y="96"/>
                  </a:cxn>
                  <a:cxn ang="0">
                    <a:pos x="225" y="106"/>
                  </a:cxn>
                  <a:cxn ang="0">
                    <a:pos x="230" y="109"/>
                  </a:cxn>
                  <a:cxn ang="0">
                    <a:pos x="232" y="111"/>
                  </a:cxn>
                  <a:cxn ang="0">
                    <a:pos x="252" y="124"/>
                  </a:cxn>
                  <a:cxn ang="0">
                    <a:pos x="255" y="127"/>
                  </a:cxn>
                  <a:cxn ang="0">
                    <a:pos x="250" y="124"/>
                  </a:cxn>
                  <a:cxn ang="0">
                    <a:pos x="227" y="110"/>
                  </a:cxn>
                  <a:cxn ang="0">
                    <a:pos x="211" y="105"/>
                  </a:cxn>
                  <a:cxn ang="0">
                    <a:pos x="214" y="106"/>
                  </a:cxn>
                  <a:cxn ang="0">
                    <a:pos x="217" y="107"/>
                  </a:cxn>
                  <a:cxn ang="0">
                    <a:pos x="224" y="111"/>
                  </a:cxn>
                  <a:cxn ang="0">
                    <a:pos x="242" y="125"/>
                  </a:cxn>
                  <a:cxn ang="0">
                    <a:pos x="246" y="128"/>
                  </a:cxn>
                  <a:cxn ang="0">
                    <a:pos x="247" y="130"/>
                  </a:cxn>
                  <a:cxn ang="0">
                    <a:pos x="218" y="113"/>
                  </a:cxn>
                  <a:cxn ang="0">
                    <a:pos x="215" y="112"/>
                  </a:cxn>
                  <a:cxn ang="0">
                    <a:pos x="217" y="115"/>
                  </a:cxn>
                  <a:cxn ang="0">
                    <a:pos x="208" y="108"/>
                  </a:cxn>
                  <a:cxn ang="0">
                    <a:pos x="203" y="105"/>
                  </a:cxn>
                  <a:cxn ang="0">
                    <a:pos x="209" y="111"/>
                  </a:cxn>
                  <a:cxn ang="0">
                    <a:pos x="205" y="109"/>
                  </a:cxn>
                  <a:cxn ang="0">
                    <a:pos x="196" y="104"/>
                  </a:cxn>
                  <a:cxn ang="0">
                    <a:pos x="196" y="106"/>
                  </a:cxn>
                  <a:cxn ang="0">
                    <a:pos x="168" y="84"/>
                  </a:cxn>
                  <a:cxn ang="0">
                    <a:pos x="162" y="80"/>
                  </a:cxn>
                  <a:cxn ang="0">
                    <a:pos x="164" y="82"/>
                  </a:cxn>
                  <a:cxn ang="0">
                    <a:pos x="160" y="81"/>
                  </a:cxn>
                  <a:cxn ang="0">
                    <a:pos x="145" y="72"/>
                  </a:cxn>
                  <a:cxn ang="0">
                    <a:pos x="119" y="59"/>
                  </a:cxn>
                  <a:cxn ang="0">
                    <a:pos x="61" y="35"/>
                  </a:cxn>
                  <a:cxn ang="0">
                    <a:pos x="50" y="30"/>
                  </a:cxn>
                  <a:cxn ang="0">
                    <a:pos x="49" y="29"/>
                  </a:cxn>
                  <a:cxn ang="0">
                    <a:pos x="24" y="19"/>
                  </a:cxn>
                  <a:cxn ang="0">
                    <a:pos x="5" y="10"/>
                  </a:cxn>
                  <a:cxn ang="0">
                    <a:pos x="1" y="1"/>
                  </a:cxn>
                </a:cxnLst>
                <a:rect l="0" t="0" r="r" b="b"/>
                <a:pathLst>
                  <a:path w="256" h="130">
                    <a:moveTo>
                      <a:pt x="231" y="109"/>
                    </a:moveTo>
                    <a:lnTo>
                      <a:pt x="231" y="110"/>
                    </a:lnTo>
                    <a:lnTo>
                      <a:pt x="231" y="109"/>
                    </a:lnTo>
                    <a:close/>
                    <a:moveTo>
                      <a:pt x="227" y="107"/>
                    </a:moveTo>
                    <a:lnTo>
                      <a:pt x="230" y="108"/>
                    </a:lnTo>
                    <a:lnTo>
                      <a:pt x="227" y="107"/>
                    </a:lnTo>
                    <a:close/>
                    <a:moveTo>
                      <a:pt x="206" y="95"/>
                    </a:moveTo>
                    <a:lnTo>
                      <a:pt x="207" y="95"/>
                    </a:lnTo>
                    <a:lnTo>
                      <a:pt x="206" y="95"/>
                    </a:lnTo>
                    <a:lnTo>
                      <a:pt x="206" y="95"/>
                    </a:lnTo>
                    <a:close/>
                    <a:moveTo>
                      <a:pt x="159" y="78"/>
                    </a:moveTo>
                    <a:lnTo>
                      <a:pt x="159" y="78"/>
                    </a:lnTo>
                    <a:lnTo>
                      <a:pt x="160" y="79"/>
                    </a:lnTo>
                    <a:lnTo>
                      <a:pt x="159" y="78"/>
                    </a:lnTo>
                    <a:close/>
                    <a:moveTo>
                      <a:pt x="139" y="56"/>
                    </a:moveTo>
                    <a:lnTo>
                      <a:pt x="140" y="56"/>
                    </a:lnTo>
                    <a:lnTo>
                      <a:pt x="140" y="57"/>
                    </a:lnTo>
                    <a:lnTo>
                      <a:pt x="139" y="56"/>
                    </a:lnTo>
                    <a:close/>
                    <a:moveTo>
                      <a:pt x="51" y="30"/>
                    </a:moveTo>
                    <a:lnTo>
                      <a:pt x="54" y="31"/>
                    </a:lnTo>
                    <a:lnTo>
                      <a:pt x="58" y="32"/>
                    </a:lnTo>
                    <a:lnTo>
                      <a:pt x="60" y="33"/>
                    </a:lnTo>
                    <a:lnTo>
                      <a:pt x="61" y="33"/>
                    </a:lnTo>
                    <a:lnTo>
                      <a:pt x="61" y="32"/>
                    </a:lnTo>
                    <a:lnTo>
                      <a:pt x="60" y="32"/>
                    </a:lnTo>
                    <a:lnTo>
                      <a:pt x="59" y="32"/>
                    </a:lnTo>
                    <a:lnTo>
                      <a:pt x="58" y="31"/>
                    </a:lnTo>
                    <a:lnTo>
                      <a:pt x="56" y="31"/>
                    </a:lnTo>
                    <a:lnTo>
                      <a:pt x="55" y="31"/>
                    </a:lnTo>
                    <a:lnTo>
                      <a:pt x="54" y="30"/>
                    </a:lnTo>
                    <a:lnTo>
                      <a:pt x="53" y="30"/>
                    </a:lnTo>
                    <a:lnTo>
                      <a:pt x="51" y="30"/>
                    </a:lnTo>
                    <a:close/>
                    <a:moveTo>
                      <a:pt x="3" y="0"/>
                    </a:moveTo>
                    <a:lnTo>
                      <a:pt x="6" y="1"/>
                    </a:lnTo>
                    <a:lnTo>
                      <a:pt x="9" y="3"/>
                    </a:lnTo>
                    <a:lnTo>
                      <a:pt x="16" y="6"/>
                    </a:lnTo>
                    <a:lnTo>
                      <a:pt x="29" y="11"/>
                    </a:lnTo>
                    <a:lnTo>
                      <a:pt x="42" y="16"/>
                    </a:lnTo>
                    <a:lnTo>
                      <a:pt x="55" y="20"/>
                    </a:lnTo>
                    <a:lnTo>
                      <a:pt x="54" y="18"/>
                    </a:lnTo>
                    <a:lnTo>
                      <a:pt x="92" y="33"/>
                    </a:lnTo>
                    <a:lnTo>
                      <a:pt x="128" y="50"/>
                    </a:lnTo>
                    <a:lnTo>
                      <a:pt x="130" y="51"/>
                    </a:lnTo>
                    <a:lnTo>
                      <a:pt x="139" y="56"/>
                    </a:lnTo>
                    <a:lnTo>
                      <a:pt x="139" y="56"/>
                    </a:lnTo>
                    <a:lnTo>
                      <a:pt x="165" y="70"/>
                    </a:lnTo>
                    <a:lnTo>
                      <a:pt x="164" y="70"/>
                    </a:lnTo>
                    <a:lnTo>
                      <a:pt x="163" y="69"/>
                    </a:lnTo>
                    <a:lnTo>
                      <a:pt x="163" y="69"/>
                    </a:lnTo>
                    <a:lnTo>
                      <a:pt x="157" y="66"/>
                    </a:lnTo>
                    <a:lnTo>
                      <a:pt x="151" y="64"/>
                    </a:lnTo>
                    <a:lnTo>
                      <a:pt x="113" y="46"/>
                    </a:lnTo>
                    <a:lnTo>
                      <a:pt x="107" y="43"/>
                    </a:lnTo>
                    <a:lnTo>
                      <a:pt x="101" y="41"/>
                    </a:lnTo>
                    <a:lnTo>
                      <a:pt x="94" y="38"/>
                    </a:lnTo>
                    <a:lnTo>
                      <a:pt x="92" y="37"/>
                    </a:lnTo>
                    <a:lnTo>
                      <a:pt x="90" y="37"/>
                    </a:lnTo>
                    <a:lnTo>
                      <a:pt x="90" y="38"/>
                    </a:lnTo>
                    <a:lnTo>
                      <a:pt x="91" y="38"/>
                    </a:lnTo>
                    <a:lnTo>
                      <a:pt x="93" y="40"/>
                    </a:lnTo>
                    <a:lnTo>
                      <a:pt x="96" y="41"/>
                    </a:lnTo>
                    <a:lnTo>
                      <a:pt x="98" y="42"/>
                    </a:lnTo>
                    <a:lnTo>
                      <a:pt x="100" y="43"/>
                    </a:lnTo>
                    <a:lnTo>
                      <a:pt x="124" y="54"/>
                    </a:lnTo>
                    <a:lnTo>
                      <a:pt x="149" y="65"/>
                    </a:lnTo>
                    <a:lnTo>
                      <a:pt x="162" y="72"/>
                    </a:lnTo>
                    <a:lnTo>
                      <a:pt x="175" y="78"/>
                    </a:lnTo>
                    <a:lnTo>
                      <a:pt x="188" y="84"/>
                    </a:lnTo>
                    <a:lnTo>
                      <a:pt x="191" y="85"/>
                    </a:lnTo>
                    <a:lnTo>
                      <a:pt x="193" y="87"/>
                    </a:lnTo>
                    <a:lnTo>
                      <a:pt x="192" y="86"/>
                    </a:lnTo>
                    <a:lnTo>
                      <a:pt x="192" y="85"/>
                    </a:lnTo>
                    <a:lnTo>
                      <a:pt x="193" y="85"/>
                    </a:lnTo>
                    <a:lnTo>
                      <a:pt x="194" y="86"/>
                    </a:lnTo>
                    <a:lnTo>
                      <a:pt x="195" y="87"/>
                    </a:lnTo>
                    <a:lnTo>
                      <a:pt x="196" y="88"/>
                    </a:lnTo>
                    <a:lnTo>
                      <a:pt x="197" y="89"/>
                    </a:lnTo>
                    <a:lnTo>
                      <a:pt x="207" y="96"/>
                    </a:lnTo>
                    <a:lnTo>
                      <a:pt x="207" y="95"/>
                    </a:lnTo>
                    <a:lnTo>
                      <a:pt x="216" y="100"/>
                    </a:lnTo>
                    <a:lnTo>
                      <a:pt x="225" y="106"/>
                    </a:lnTo>
                    <a:lnTo>
                      <a:pt x="227" y="107"/>
                    </a:lnTo>
                    <a:lnTo>
                      <a:pt x="227" y="107"/>
                    </a:lnTo>
                    <a:lnTo>
                      <a:pt x="230" y="109"/>
                    </a:lnTo>
                    <a:lnTo>
                      <a:pt x="230" y="108"/>
                    </a:lnTo>
                    <a:lnTo>
                      <a:pt x="233" y="111"/>
                    </a:lnTo>
                    <a:lnTo>
                      <a:pt x="232" y="111"/>
                    </a:lnTo>
                    <a:lnTo>
                      <a:pt x="234" y="112"/>
                    </a:lnTo>
                    <a:lnTo>
                      <a:pt x="241" y="117"/>
                    </a:lnTo>
                    <a:lnTo>
                      <a:pt x="252" y="124"/>
                    </a:lnTo>
                    <a:lnTo>
                      <a:pt x="253" y="125"/>
                    </a:lnTo>
                    <a:lnTo>
                      <a:pt x="255" y="126"/>
                    </a:lnTo>
                    <a:lnTo>
                      <a:pt x="255" y="127"/>
                    </a:lnTo>
                    <a:lnTo>
                      <a:pt x="256" y="127"/>
                    </a:lnTo>
                    <a:lnTo>
                      <a:pt x="256" y="128"/>
                    </a:lnTo>
                    <a:lnTo>
                      <a:pt x="250" y="124"/>
                    </a:lnTo>
                    <a:lnTo>
                      <a:pt x="242" y="120"/>
                    </a:lnTo>
                    <a:lnTo>
                      <a:pt x="235" y="114"/>
                    </a:lnTo>
                    <a:lnTo>
                      <a:pt x="227" y="110"/>
                    </a:lnTo>
                    <a:lnTo>
                      <a:pt x="219" y="107"/>
                    </a:lnTo>
                    <a:lnTo>
                      <a:pt x="212" y="105"/>
                    </a:lnTo>
                    <a:lnTo>
                      <a:pt x="211" y="105"/>
                    </a:lnTo>
                    <a:lnTo>
                      <a:pt x="212" y="105"/>
                    </a:lnTo>
                    <a:lnTo>
                      <a:pt x="213" y="106"/>
                    </a:lnTo>
                    <a:lnTo>
                      <a:pt x="214" y="106"/>
                    </a:lnTo>
                    <a:lnTo>
                      <a:pt x="216" y="107"/>
                    </a:lnTo>
                    <a:lnTo>
                      <a:pt x="217" y="107"/>
                    </a:lnTo>
                    <a:lnTo>
                      <a:pt x="217" y="107"/>
                    </a:lnTo>
                    <a:lnTo>
                      <a:pt x="219" y="109"/>
                    </a:lnTo>
                    <a:lnTo>
                      <a:pt x="221" y="110"/>
                    </a:lnTo>
                    <a:lnTo>
                      <a:pt x="224" y="111"/>
                    </a:lnTo>
                    <a:lnTo>
                      <a:pt x="233" y="118"/>
                    </a:lnTo>
                    <a:lnTo>
                      <a:pt x="241" y="124"/>
                    </a:lnTo>
                    <a:lnTo>
                      <a:pt x="242" y="125"/>
                    </a:lnTo>
                    <a:lnTo>
                      <a:pt x="243" y="125"/>
                    </a:lnTo>
                    <a:lnTo>
                      <a:pt x="245" y="127"/>
                    </a:lnTo>
                    <a:lnTo>
                      <a:pt x="246" y="128"/>
                    </a:lnTo>
                    <a:lnTo>
                      <a:pt x="247" y="129"/>
                    </a:lnTo>
                    <a:lnTo>
                      <a:pt x="248" y="130"/>
                    </a:lnTo>
                    <a:lnTo>
                      <a:pt x="247" y="130"/>
                    </a:lnTo>
                    <a:lnTo>
                      <a:pt x="236" y="124"/>
                    </a:lnTo>
                    <a:lnTo>
                      <a:pt x="225" y="118"/>
                    </a:lnTo>
                    <a:lnTo>
                      <a:pt x="218" y="113"/>
                    </a:lnTo>
                    <a:lnTo>
                      <a:pt x="214" y="111"/>
                    </a:lnTo>
                    <a:lnTo>
                      <a:pt x="214" y="111"/>
                    </a:lnTo>
                    <a:lnTo>
                      <a:pt x="215" y="112"/>
                    </a:lnTo>
                    <a:lnTo>
                      <a:pt x="215" y="113"/>
                    </a:lnTo>
                    <a:lnTo>
                      <a:pt x="216" y="113"/>
                    </a:lnTo>
                    <a:lnTo>
                      <a:pt x="217" y="115"/>
                    </a:lnTo>
                    <a:lnTo>
                      <a:pt x="217" y="116"/>
                    </a:lnTo>
                    <a:lnTo>
                      <a:pt x="212" y="112"/>
                    </a:lnTo>
                    <a:lnTo>
                      <a:pt x="208" y="108"/>
                    </a:lnTo>
                    <a:lnTo>
                      <a:pt x="203" y="104"/>
                    </a:lnTo>
                    <a:lnTo>
                      <a:pt x="202" y="104"/>
                    </a:lnTo>
                    <a:lnTo>
                      <a:pt x="203" y="105"/>
                    </a:lnTo>
                    <a:lnTo>
                      <a:pt x="205" y="107"/>
                    </a:lnTo>
                    <a:lnTo>
                      <a:pt x="207" y="109"/>
                    </a:lnTo>
                    <a:lnTo>
                      <a:pt x="209" y="111"/>
                    </a:lnTo>
                    <a:lnTo>
                      <a:pt x="211" y="112"/>
                    </a:lnTo>
                    <a:lnTo>
                      <a:pt x="209" y="112"/>
                    </a:lnTo>
                    <a:lnTo>
                      <a:pt x="205" y="109"/>
                    </a:lnTo>
                    <a:lnTo>
                      <a:pt x="201" y="106"/>
                    </a:lnTo>
                    <a:lnTo>
                      <a:pt x="196" y="102"/>
                    </a:lnTo>
                    <a:lnTo>
                      <a:pt x="196" y="104"/>
                    </a:lnTo>
                    <a:lnTo>
                      <a:pt x="197" y="105"/>
                    </a:lnTo>
                    <a:lnTo>
                      <a:pt x="197" y="106"/>
                    </a:lnTo>
                    <a:lnTo>
                      <a:pt x="196" y="106"/>
                    </a:lnTo>
                    <a:lnTo>
                      <a:pt x="187" y="99"/>
                    </a:lnTo>
                    <a:lnTo>
                      <a:pt x="177" y="92"/>
                    </a:lnTo>
                    <a:lnTo>
                      <a:pt x="168" y="84"/>
                    </a:lnTo>
                    <a:lnTo>
                      <a:pt x="160" y="79"/>
                    </a:lnTo>
                    <a:lnTo>
                      <a:pt x="161" y="80"/>
                    </a:lnTo>
                    <a:lnTo>
                      <a:pt x="162" y="80"/>
                    </a:lnTo>
                    <a:lnTo>
                      <a:pt x="163" y="81"/>
                    </a:lnTo>
                    <a:lnTo>
                      <a:pt x="164" y="82"/>
                    </a:lnTo>
                    <a:lnTo>
                      <a:pt x="164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0" y="81"/>
                    </a:lnTo>
                    <a:lnTo>
                      <a:pt x="155" y="79"/>
                    </a:lnTo>
                    <a:lnTo>
                      <a:pt x="150" y="75"/>
                    </a:lnTo>
                    <a:lnTo>
                      <a:pt x="145" y="72"/>
                    </a:lnTo>
                    <a:lnTo>
                      <a:pt x="141" y="69"/>
                    </a:lnTo>
                    <a:lnTo>
                      <a:pt x="142" y="71"/>
                    </a:lnTo>
                    <a:lnTo>
                      <a:pt x="119" y="59"/>
                    </a:lnTo>
                    <a:lnTo>
                      <a:pt x="92" y="48"/>
                    </a:lnTo>
                    <a:lnTo>
                      <a:pt x="65" y="36"/>
                    </a:lnTo>
                    <a:lnTo>
                      <a:pt x="61" y="35"/>
                    </a:lnTo>
                    <a:lnTo>
                      <a:pt x="53" y="32"/>
                    </a:lnTo>
                    <a:lnTo>
                      <a:pt x="51" y="30"/>
                    </a:lnTo>
                    <a:lnTo>
                      <a:pt x="50" y="30"/>
                    </a:lnTo>
                    <a:lnTo>
                      <a:pt x="50" y="29"/>
                    </a:lnTo>
                    <a:lnTo>
                      <a:pt x="49" y="29"/>
                    </a:lnTo>
                    <a:lnTo>
                      <a:pt x="49" y="29"/>
                    </a:lnTo>
                    <a:lnTo>
                      <a:pt x="37" y="24"/>
                    </a:lnTo>
                    <a:lnTo>
                      <a:pt x="36" y="24"/>
                    </a:lnTo>
                    <a:lnTo>
                      <a:pt x="24" y="19"/>
                    </a:lnTo>
                    <a:lnTo>
                      <a:pt x="12" y="14"/>
                    </a:lnTo>
                    <a:lnTo>
                      <a:pt x="9" y="12"/>
                    </a:lnTo>
                    <a:lnTo>
                      <a:pt x="5" y="10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1" name="Freeform 174"/>
              <p:cNvSpPr>
                <a:spLocks/>
              </p:cNvSpPr>
              <p:nvPr/>
            </p:nvSpPr>
            <p:spPr bwMode="auto">
              <a:xfrm>
                <a:off x="5170487" y="1743075"/>
                <a:ext cx="433388" cy="463550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7" y="55"/>
                  </a:cxn>
                  <a:cxn ang="0">
                    <a:pos x="144" y="117"/>
                  </a:cxn>
                  <a:cxn ang="0">
                    <a:pos x="174" y="151"/>
                  </a:cxn>
                  <a:cxn ang="0">
                    <a:pos x="221" y="210"/>
                  </a:cxn>
                  <a:cxn ang="0">
                    <a:pos x="254" y="259"/>
                  </a:cxn>
                  <a:cxn ang="0">
                    <a:pos x="266" y="281"/>
                  </a:cxn>
                  <a:cxn ang="0">
                    <a:pos x="270" y="286"/>
                  </a:cxn>
                  <a:cxn ang="0">
                    <a:pos x="273" y="291"/>
                  </a:cxn>
                  <a:cxn ang="0">
                    <a:pos x="272" y="291"/>
                  </a:cxn>
                  <a:cxn ang="0">
                    <a:pos x="260" y="285"/>
                  </a:cxn>
                  <a:cxn ang="0">
                    <a:pos x="260" y="285"/>
                  </a:cxn>
                  <a:cxn ang="0">
                    <a:pos x="252" y="276"/>
                  </a:cxn>
                  <a:cxn ang="0">
                    <a:pos x="234" y="247"/>
                  </a:cxn>
                  <a:cxn ang="0">
                    <a:pos x="224" y="238"/>
                  </a:cxn>
                  <a:cxn ang="0">
                    <a:pos x="217" y="229"/>
                  </a:cxn>
                  <a:cxn ang="0">
                    <a:pos x="210" y="216"/>
                  </a:cxn>
                  <a:cxn ang="0">
                    <a:pos x="209" y="210"/>
                  </a:cxn>
                  <a:cxn ang="0">
                    <a:pos x="204" y="199"/>
                  </a:cxn>
                  <a:cxn ang="0">
                    <a:pos x="198" y="185"/>
                  </a:cxn>
                  <a:cxn ang="0">
                    <a:pos x="190" y="176"/>
                  </a:cxn>
                  <a:cxn ang="0">
                    <a:pos x="181" y="165"/>
                  </a:cxn>
                  <a:cxn ang="0">
                    <a:pos x="172" y="156"/>
                  </a:cxn>
                  <a:cxn ang="0">
                    <a:pos x="165" y="152"/>
                  </a:cxn>
                  <a:cxn ang="0">
                    <a:pos x="157" y="150"/>
                  </a:cxn>
                  <a:cxn ang="0">
                    <a:pos x="148" y="144"/>
                  </a:cxn>
                  <a:cxn ang="0">
                    <a:pos x="143" y="139"/>
                  </a:cxn>
                  <a:cxn ang="0">
                    <a:pos x="143" y="137"/>
                  </a:cxn>
                  <a:cxn ang="0">
                    <a:pos x="147" y="136"/>
                  </a:cxn>
                  <a:cxn ang="0">
                    <a:pos x="147" y="133"/>
                  </a:cxn>
                  <a:cxn ang="0">
                    <a:pos x="138" y="125"/>
                  </a:cxn>
                  <a:cxn ang="0">
                    <a:pos x="133" y="122"/>
                  </a:cxn>
                  <a:cxn ang="0">
                    <a:pos x="133" y="116"/>
                  </a:cxn>
                  <a:cxn ang="0">
                    <a:pos x="130" y="114"/>
                  </a:cxn>
                  <a:cxn ang="0">
                    <a:pos x="131" y="116"/>
                  </a:cxn>
                  <a:cxn ang="0">
                    <a:pos x="119" y="102"/>
                  </a:cxn>
                  <a:cxn ang="0">
                    <a:pos x="114" y="97"/>
                  </a:cxn>
                  <a:cxn ang="0">
                    <a:pos x="103" y="86"/>
                  </a:cxn>
                  <a:cxn ang="0">
                    <a:pos x="99" y="82"/>
                  </a:cxn>
                  <a:cxn ang="0">
                    <a:pos x="79" y="64"/>
                  </a:cxn>
                  <a:cxn ang="0">
                    <a:pos x="67" y="52"/>
                  </a:cxn>
                  <a:cxn ang="0">
                    <a:pos x="54" y="40"/>
                  </a:cxn>
                  <a:cxn ang="0">
                    <a:pos x="34" y="28"/>
                  </a:cxn>
                  <a:cxn ang="0">
                    <a:pos x="23" y="21"/>
                  </a:cxn>
                  <a:cxn ang="0">
                    <a:pos x="22" y="20"/>
                  </a:cxn>
                  <a:cxn ang="0">
                    <a:pos x="20" y="20"/>
                  </a:cxn>
                  <a:cxn ang="0">
                    <a:pos x="19" y="18"/>
                  </a:cxn>
                  <a:cxn ang="0">
                    <a:pos x="15" y="15"/>
                  </a:cxn>
                  <a:cxn ang="0">
                    <a:pos x="14" y="13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6" y="7"/>
                  </a:cxn>
                  <a:cxn ang="0">
                    <a:pos x="11" y="11"/>
                  </a:cxn>
                  <a:cxn ang="0">
                    <a:pos x="13" y="12"/>
                  </a:cxn>
                  <a:cxn ang="0">
                    <a:pos x="41" y="31"/>
                  </a:cxn>
                  <a:cxn ang="0">
                    <a:pos x="43" y="33"/>
                  </a:cxn>
                  <a:cxn ang="0">
                    <a:pos x="45" y="33"/>
                  </a:cxn>
                  <a:cxn ang="0">
                    <a:pos x="45" y="33"/>
                  </a:cxn>
                  <a:cxn ang="0">
                    <a:pos x="26" y="15"/>
                  </a:cxn>
                  <a:cxn ang="0">
                    <a:pos x="3" y="0"/>
                  </a:cxn>
                </a:cxnLst>
                <a:rect l="0" t="0" r="r" b="b"/>
                <a:pathLst>
                  <a:path w="273" h="292">
                    <a:moveTo>
                      <a:pt x="3" y="0"/>
                    </a:moveTo>
                    <a:lnTo>
                      <a:pt x="5" y="0"/>
                    </a:lnTo>
                    <a:lnTo>
                      <a:pt x="42" y="26"/>
                    </a:lnTo>
                    <a:lnTo>
                      <a:pt x="77" y="55"/>
                    </a:lnTo>
                    <a:lnTo>
                      <a:pt x="111" y="84"/>
                    </a:lnTo>
                    <a:lnTo>
                      <a:pt x="144" y="117"/>
                    </a:lnTo>
                    <a:lnTo>
                      <a:pt x="174" y="150"/>
                    </a:lnTo>
                    <a:lnTo>
                      <a:pt x="174" y="151"/>
                    </a:lnTo>
                    <a:lnTo>
                      <a:pt x="198" y="180"/>
                    </a:lnTo>
                    <a:lnTo>
                      <a:pt x="221" y="210"/>
                    </a:lnTo>
                    <a:lnTo>
                      <a:pt x="242" y="240"/>
                    </a:lnTo>
                    <a:lnTo>
                      <a:pt x="254" y="259"/>
                    </a:lnTo>
                    <a:lnTo>
                      <a:pt x="265" y="279"/>
                    </a:lnTo>
                    <a:lnTo>
                      <a:pt x="266" y="281"/>
                    </a:lnTo>
                    <a:lnTo>
                      <a:pt x="268" y="284"/>
                    </a:lnTo>
                    <a:lnTo>
                      <a:pt x="270" y="286"/>
                    </a:lnTo>
                    <a:lnTo>
                      <a:pt x="271" y="289"/>
                    </a:lnTo>
                    <a:lnTo>
                      <a:pt x="273" y="291"/>
                    </a:lnTo>
                    <a:lnTo>
                      <a:pt x="273" y="292"/>
                    </a:lnTo>
                    <a:lnTo>
                      <a:pt x="272" y="291"/>
                    </a:lnTo>
                    <a:lnTo>
                      <a:pt x="266" y="288"/>
                    </a:lnTo>
                    <a:lnTo>
                      <a:pt x="260" y="285"/>
                    </a:lnTo>
                    <a:lnTo>
                      <a:pt x="260" y="285"/>
                    </a:lnTo>
                    <a:lnTo>
                      <a:pt x="260" y="285"/>
                    </a:lnTo>
                    <a:lnTo>
                      <a:pt x="259" y="285"/>
                    </a:lnTo>
                    <a:lnTo>
                      <a:pt x="252" y="276"/>
                    </a:lnTo>
                    <a:lnTo>
                      <a:pt x="240" y="255"/>
                    </a:lnTo>
                    <a:lnTo>
                      <a:pt x="234" y="247"/>
                    </a:lnTo>
                    <a:lnTo>
                      <a:pt x="229" y="242"/>
                    </a:lnTo>
                    <a:lnTo>
                      <a:pt x="224" y="238"/>
                    </a:lnTo>
                    <a:lnTo>
                      <a:pt x="221" y="233"/>
                    </a:lnTo>
                    <a:lnTo>
                      <a:pt x="217" y="229"/>
                    </a:lnTo>
                    <a:lnTo>
                      <a:pt x="213" y="223"/>
                    </a:lnTo>
                    <a:lnTo>
                      <a:pt x="210" y="216"/>
                    </a:lnTo>
                    <a:lnTo>
                      <a:pt x="211" y="215"/>
                    </a:lnTo>
                    <a:lnTo>
                      <a:pt x="209" y="210"/>
                    </a:lnTo>
                    <a:lnTo>
                      <a:pt x="207" y="206"/>
                    </a:lnTo>
                    <a:lnTo>
                      <a:pt x="204" y="199"/>
                    </a:lnTo>
                    <a:lnTo>
                      <a:pt x="202" y="192"/>
                    </a:lnTo>
                    <a:lnTo>
                      <a:pt x="198" y="185"/>
                    </a:lnTo>
                    <a:lnTo>
                      <a:pt x="195" y="181"/>
                    </a:lnTo>
                    <a:lnTo>
                      <a:pt x="190" y="176"/>
                    </a:lnTo>
                    <a:lnTo>
                      <a:pt x="186" y="171"/>
                    </a:lnTo>
                    <a:lnTo>
                      <a:pt x="181" y="165"/>
                    </a:lnTo>
                    <a:lnTo>
                      <a:pt x="176" y="160"/>
                    </a:lnTo>
                    <a:lnTo>
                      <a:pt x="172" y="156"/>
                    </a:lnTo>
                    <a:lnTo>
                      <a:pt x="169" y="153"/>
                    </a:lnTo>
                    <a:lnTo>
                      <a:pt x="165" y="152"/>
                    </a:lnTo>
                    <a:lnTo>
                      <a:pt x="161" y="151"/>
                    </a:lnTo>
                    <a:lnTo>
                      <a:pt x="157" y="150"/>
                    </a:lnTo>
                    <a:lnTo>
                      <a:pt x="154" y="148"/>
                    </a:lnTo>
                    <a:lnTo>
                      <a:pt x="148" y="144"/>
                    </a:lnTo>
                    <a:lnTo>
                      <a:pt x="145" y="141"/>
                    </a:lnTo>
                    <a:lnTo>
                      <a:pt x="143" y="139"/>
                    </a:lnTo>
                    <a:lnTo>
                      <a:pt x="142" y="138"/>
                    </a:lnTo>
                    <a:lnTo>
                      <a:pt x="143" y="137"/>
                    </a:lnTo>
                    <a:lnTo>
                      <a:pt x="145" y="137"/>
                    </a:lnTo>
                    <a:lnTo>
                      <a:pt x="147" y="136"/>
                    </a:lnTo>
                    <a:lnTo>
                      <a:pt x="147" y="135"/>
                    </a:lnTo>
                    <a:lnTo>
                      <a:pt x="147" y="133"/>
                    </a:lnTo>
                    <a:lnTo>
                      <a:pt x="145" y="131"/>
                    </a:lnTo>
                    <a:lnTo>
                      <a:pt x="138" y="125"/>
                    </a:lnTo>
                    <a:lnTo>
                      <a:pt x="134" y="122"/>
                    </a:lnTo>
                    <a:lnTo>
                      <a:pt x="133" y="122"/>
                    </a:lnTo>
                    <a:lnTo>
                      <a:pt x="133" y="118"/>
                    </a:lnTo>
                    <a:lnTo>
                      <a:pt x="133" y="116"/>
                    </a:lnTo>
                    <a:lnTo>
                      <a:pt x="132" y="115"/>
                    </a:lnTo>
                    <a:lnTo>
                      <a:pt x="130" y="114"/>
                    </a:lnTo>
                    <a:lnTo>
                      <a:pt x="131" y="115"/>
                    </a:lnTo>
                    <a:lnTo>
                      <a:pt x="131" y="116"/>
                    </a:lnTo>
                    <a:lnTo>
                      <a:pt x="126" y="109"/>
                    </a:lnTo>
                    <a:lnTo>
                      <a:pt x="119" y="102"/>
                    </a:lnTo>
                    <a:lnTo>
                      <a:pt x="118" y="101"/>
                    </a:lnTo>
                    <a:lnTo>
                      <a:pt x="114" y="97"/>
                    </a:lnTo>
                    <a:lnTo>
                      <a:pt x="108" y="91"/>
                    </a:lnTo>
                    <a:lnTo>
                      <a:pt x="103" y="86"/>
                    </a:lnTo>
                    <a:lnTo>
                      <a:pt x="99" y="81"/>
                    </a:lnTo>
                    <a:lnTo>
                      <a:pt x="99" y="82"/>
                    </a:lnTo>
                    <a:lnTo>
                      <a:pt x="89" y="74"/>
                    </a:lnTo>
                    <a:lnTo>
                      <a:pt x="79" y="64"/>
                    </a:lnTo>
                    <a:lnTo>
                      <a:pt x="73" y="59"/>
                    </a:lnTo>
                    <a:lnTo>
                      <a:pt x="67" y="52"/>
                    </a:lnTo>
                    <a:lnTo>
                      <a:pt x="60" y="46"/>
                    </a:lnTo>
                    <a:lnTo>
                      <a:pt x="54" y="40"/>
                    </a:lnTo>
                    <a:lnTo>
                      <a:pt x="45" y="34"/>
                    </a:lnTo>
                    <a:lnTo>
                      <a:pt x="34" y="28"/>
                    </a:lnTo>
                    <a:lnTo>
                      <a:pt x="25" y="22"/>
                    </a:lnTo>
                    <a:lnTo>
                      <a:pt x="23" y="21"/>
                    </a:lnTo>
                    <a:lnTo>
                      <a:pt x="21" y="19"/>
                    </a:lnTo>
                    <a:lnTo>
                      <a:pt x="22" y="20"/>
                    </a:lnTo>
                    <a:lnTo>
                      <a:pt x="22" y="21"/>
                    </a:lnTo>
                    <a:lnTo>
                      <a:pt x="20" y="20"/>
                    </a:lnTo>
                    <a:lnTo>
                      <a:pt x="19" y="19"/>
                    </a:lnTo>
                    <a:lnTo>
                      <a:pt x="19" y="18"/>
                    </a:lnTo>
                    <a:lnTo>
                      <a:pt x="17" y="17"/>
                    </a:lnTo>
                    <a:lnTo>
                      <a:pt x="15" y="15"/>
                    </a:lnTo>
                    <a:lnTo>
                      <a:pt x="15" y="14"/>
                    </a:lnTo>
                    <a:lnTo>
                      <a:pt x="14" y="13"/>
                    </a:lnTo>
                    <a:lnTo>
                      <a:pt x="8" y="10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6" y="7"/>
                    </a:lnTo>
                    <a:lnTo>
                      <a:pt x="9" y="9"/>
                    </a:lnTo>
                    <a:lnTo>
                      <a:pt x="11" y="11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29" y="22"/>
                    </a:lnTo>
                    <a:lnTo>
                      <a:pt x="41" y="31"/>
                    </a:lnTo>
                    <a:lnTo>
                      <a:pt x="42" y="32"/>
                    </a:lnTo>
                    <a:lnTo>
                      <a:pt x="43" y="33"/>
                    </a:lnTo>
                    <a:lnTo>
                      <a:pt x="44" y="33"/>
                    </a:lnTo>
                    <a:lnTo>
                      <a:pt x="45" y="33"/>
                    </a:lnTo>
                    <a:lnTo>
                      <a:pt x="45" y="33"/>
                    </a:lnTo>
                    <a:lnTo>
                      <a:pt x="45" y="33"/>
                    </a:lnTo>
                    <a:lnTo>
                      <a:pt x="36" y="23"/>
                    </a:lnTo>
                    <a:lnTo>
                      <a:pt x="26" y="15"/>
                    </a:lnTo>
                    <a:lnTo>
                      <a:pt x="14" y="8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2" name="Freeform 175"/>
              <p:cNvSpPr>
                <a:spLocks/>
              </p:cNvSpPr>
              <p:nvPr/>
            </p:nvSpPr>
            <p:spPr bwMode="auto">
              <a:xfrm>
                <a:off x="5573712" y="2152650"/>
                <a:ext cx="217488" cy="6461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40"/>
                  </a:cxn>
                  <a:cxn ang="0">
                    <a:pos x="48" y="82"/>
                  </a:cxn>
                  <a:cxn ang="0">
                    <a:pos x="68" y="125"/>
                  </a:cxn>
                  <a:cxn ang="0">
                    <a:pos x="86" y="169"/>
                  </a:cxn>
                  <a:cxn ang="0">
                    <a:pos x="101" y="215"/>
                  </a:cxn>
                  <a:cxn ang="0">
                    <a:pos x="114" y="261"/>
                  </a:cxn>
                  <a:cxn ang="0">
                    <a:pos x="124" y="309"/>
                  </a:cxn>
                  <a:cxn ang="0">
                    <a:pos x="132" y="357"/>
                  </a:cxn>
                  <a:cxn ang="0">
                    <a:pos x="137" y="406"/>
                  </a:cxn>
                  <a:cxn ang="0">
                    <a:pos x="135" y="407"/>
                  </a:cxn>
                  <a:cxn ang="0">
                    <a:pos x="128" y="351"/>
                  </a:cxn>
                  <a:cxn ang="0">
                    <a:pos x="127" y="342"/>
                  </a:cxn>
                  <a:cxn ang="0">
                    <a:pos x="124" y="334"/>
                  </a:cxn>
                  <a:cxn ang="0">
                    <a:pos x="122" y="327"/>
                  </a:cxn>
                  <a:cxn ang="0">
                    <a:pos x="120" y="317"/>
                  </a:cxn>
                  <a:cxn ang="0">
                    <a:pos x="111" y="276"/>
                  </a:cxn>
                  <a:cxn ang="0">
                    <a:pos x="100" y="235"/>
                  </a:cxn>
                  <a:cxn ang="0">
                    <a:pos x="88" y="194"/>
                  </a:cxn>
                  <a:cxn ang="0">
                    <a:pos x="81" y="173"/>
                  </a:cxn>
                  <a:cxn ang="0">
                    <a:pos x="74" y="151"/>
                  </a:cxn>
                  <a:cxn ang="0">
                    <a:pos x="64" y="127"/>
                  </a:cxn>
                  <a:cxn ang="0">
                    <a:pos x="53" y="104"/>
                  </a:cxn>
                  <a:cxn ang="0">
                    <a:pos x="38" y="72"/>
                  </a:cxn>
                  <a:cxn ang="0">
                    <a:pos x="22" y="41"/>
                  </a:cxn>
                  <a:cxn ang="0">
                    <a:pos x="20" y="38"/>
                  </a:cxn>
                  <a:cxn ang="0">
                    <a:pos x="19" y="37"/>
                  </a:cxn>
                  <a:cxn ang="0">
                    <a:pos x="19" y="36"/>
                  </a:cxn>
                  <a:cxn ang="0">
                    <a:pos x="20" y="37"/>
                  </a:cxn>
                  <a:cxn ang="0">
                    <a:pos x="21" y="39"/>
                  </a:cxn>
                  <a:cxn ang="0">
                    <a:pos x="21" y="39"/>
                  </a:cxn>
                  <a:cxn ang="0">
                    <a:pos x="22" y="39"/>
                  </a:cxn>
                  <a:cxn ang="0">
                    <a:pos x="22" y="39"/>
                  </a:cxn>
                  <a:cxn ang="0">
                    <a:pos x="21" y="37"/>
                  </a:cxn>
                  <a:cxn ang="0">
                    <a:pos x="19" y="32"/>
                  </a:cxn>
                  <a:cxn ang="0">
                    <a:pos x="16" y="27"/>
                  </a:cxn>
                  <a:cxn ang="0">
                    <a:pos x="8" y="13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137" h="407">
                    <a:moveTo>
                      <a:pt x="2" y="0"/>
                    </a:moveTo>
                    <a:lnTo>
                      <a:pt x="26" y="40"/>
                    </a:lnTo>
                    <a:lnTo>
                      <a:pt x="48" y="82"/>
                    </a:lnTo>
                    <a:lnTo>
                      <a:pt x="68" y="125"/>
                    </a:lnTo>
                    <a:lnTo>
                      <a:pt x="86" y="169"/>
                    </a:lnTo>
                    <a:lnTo>
                      <a:pt x="101" y="215"/>
                    </a:lnTo>
                    <a:lnTo>
                      <a:pt x="114" y="261"/>
                    </a:lnTo>
                    <a:lnTo>
                      <a:pt x="124" y="309"/>
                    </a:lnTo>
                    <a:lnTo>
                      <a:pt x="132" y="357"/>
                    </a:lnTo>
                    <a:lnTo>
                      <a:pt x="137" y="406"/>
                    </a:lnTo>
                    <a:lnTo>
                      <a:pt x="135" y="407"/>
                    </a:lnTo>
                    <a:lnTo>
                      <a:pt x="128" y="351"/>
                    </a:lnTo>
                    <a:lnTo>
                      <a:pt x="127" y="342"/>
                    </a:lnTo>
                    <a:lnTo>
                      <a:pt x="124" y="334"/>
                    </a:lnTo>
                    <a:lnTo>
                      <a:pt x="122" y="327"/>
                    </a:lnTo>
                    <a:lnTo>
                      <a:pt x="120" y="317"/>
                    </a:lnTo>
                    <a:lnTo>
                      <a:pt x="111" y="276"/>
                    </a:lnTo>
                    <a:lnTo>
                      <a:pt x="100" y="235"/>
                    </a:lnTo>
                    <a:lnTo>
                      <a:pt x="88" y="194"/>
                    </a:lnTo>
                    <a:lnTo>
                      <a:pt x="81" y="173"/>
                    </a:lnTo>
                    <a:lnTo>
                      <a:pt x="74" y="151"/>
                    </a:lnTo>
                    <a:lnTo>
                      <a:pt x="64" y="127"/>
                    </a:lnTo>
                    <a:lnTo>
                      <a:pt x="53" y="104"/>
                    </a:lnTo>
                    <a:lnTo>
                      <a:pt x="38" y="72"/>
                    </a:lnTo>
                    <a:lnTo>
                      <a:pt x="22" y="41"/>
                    </a:lnTo>
                    <a:lnTo>
                      <a:pt x="20" y="38"/>
                    </a:lnTo>
                    <a:lnTo>
                      <a:pt x="19" y="37"/>
                    </a:lnTo>
                    <a:lnTo>
                      <a:pt x="19" y="36"/>
                    </a:lnTo>
                    <a:lnTo>
                      <a:pt x="20" y="37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2" y="39"/>
                    </a:lnTo>
                    <a:lnTo>
                      <a:pt x="22" y="39"/>
                    </a:lnTo>
                    <a:lnTo>
                      <a:pt x="21" y="37"/>
                    </a:lnTo>
                    <a:lnTo>
                      <a:pt x="19" y="32"/>
                    </a:lnTo>
                    <a:lnTo>
                      <a:pt x="16" y="27"/>
                    </a:lnTo>
                    <a:lnTo>
                      <a:pt x="8" y="1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Internet Browser Shapes for PowerPoint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1333941" y="1514129"/>
            <a:ext cx="9520943" cy="4307551"/>
            <a:chOff x="1333941" y="1514129"/>
            <a:chExt cx="9520943" cy="4307551"/>
          </a:xfrm>
        </p:grpSpPr>
        <p:grpSp>
          <p:nvGrpSpPr>
            <p:cNvPr id="17" name="Group 16"/>
            <p:cNvGrpSpPr/>
            <p:nvPr/>
          </p:nvGrpSpPr>
          <p:grpSpPr>
            <a:xfrm>
              <a:off x="1333941" y="1514129"/>
              <a:ext cx="3048000" cy="2045614"/>
              <a:chOff x="2589212" y="1173192"/>
              <a:chExt cx="5943600" cy="3988949"/>
            </a:xfrm>
          </p:grpSpPr>
          <p:grpSp>
            <p:nvGrpSpPr>
              <p:cNvPr id="4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5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6"/>
                  <a:ext cx="7112000" cy="4397374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Főoldal – tartalmazza </a:t>
                  </a:r>
                </a:p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a menüt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1" name="Straight Arrow Connector 10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4566973" y="1514129"/>
              <a:ext cx="3048000" cy="2045614"/>
              <a:chOff x="2589212" y="1173192"/>
              <a:chExt cx="5943600" cy="3988949"/>
            </a:xfrm>
          </p:grpSpPr>
          <p:grpSp>
            <p:nvGrpSpPr>
              <p:cNvPr id="19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21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Rólunk – Leírja a </a:t>
                  </a:r>
                </a:p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fejlesztők információit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20" name="Straight Arrow Connector 19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7806884" y="1514129"/>
              <a:ext cx="3048000" cy="2045614"/>
              <a:chOff x="2589212" y="1173192"/>
              <a:chExt cx="5943600" cy="3988949"/>
            </a:xfrm>
          </p:grpSpPr>
          <p:grpSp>
            <p:nvGrpSpPr>
              <p:cNvPr id="27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29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Contact</a:t>
                  </a:r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 – jelenleg </a:t>
                  </a:r>
                </a:p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használaton kívüli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0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28" name="Straight Arrow Connector 27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1333941" y="3776066"/>
              <a:ext cx="3048000" cy="2045614"/>
              <a:chOff x="2589212" y="1173192"/>
              <a:chExt cx="5943600" cy="3988949"/>
            </a:xfrm>
          </p:grpSpPr>
          <p:grpSp>
            <p:nvGrpSpPr>
              <p:cNvPr id="35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Egyenes vonalú </a:t>
                  </a:r>
                </a:p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egyenletesen változó </a:t>
                  </a:r>
                </a:p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mozgás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8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36" name="Straight Arrow Connector 35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/>
            <p:cNvGrpSpPr/>
            <p:nvPr/>
          </p:nvGrpSpPr>
          <p:grpSpPr>
            <a:xfrm>
              <a:off x="4566973" y="3776066"/>
              <a:ext cx="3048000" cy="2045614"/>
              <a:chOff x="2589212" y="1173192"/>
              <a:chExt cx="5943600" cy="3988949"/>
            </a:xfrm>
          </p:grpSpPr>
          <p:grpSp>
            <p:nvGrpSpPr>
              <p:cNvPr id="43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45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Szabadesés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6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44" name="Straight Arrow Connector 43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/>
          </p:nvGrpSpPr>
          <p:grpSpPr>
            <a:xfrm>
              <a:off x="7806884" y="3776066"/>
              <a:ext cx="3048000" cy="2045614"/>
              <a:chOff x="2589212" y="1173192"/>
              <a:chExt cx="5943600" cy="3988949"/>
            </a:xfrm>
          </p:grpSpPr>
          <p:grpSp>
            <p:nvGrpSpPr>
              <p:cNvPr id="51" name="Group 14"/>
              <p:cNvGrpSpPr/>
              <p:nvPr/>
            </p:nvGrpSpPr>
            <p:grpSpPr>
              <a:xfrm>
                <a:off x="2589212" y="1173192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53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86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lvl="0" algn="ctr"/>
                  <a:r>
                    <a:rPr lang="hu-HU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Hajítás</a:t>
                  </a:r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4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52" name="Straight Arrow Connector 51"/>
              <p:cNvCxnSpPr/>
              <p:nvPr/>
            </p:nvCxnSpPr>
            <p:spPr>
              <a:xfrm rot="5400000">
                <a:off x="8249449" y="1249229"/>
                <a:ext cx="148929" cy="147614"/>
              </a:xfrm>
              <a:prstGeom prst="straightConnector1">
                <a:avLst/>
              </a:prstGeom>
              <a:ln w="3175">
                <a:solidFill>
                  <a:schemeClr val="bg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923A77F5-67FB-480C-BEB1-0B399F7A1B2B}"/>
              </a:ext>
            </a:extLst>
          </p:cNvPr>
          <p:cNvCxnSpPr/>
          <p:nvPr/>
        </p:nvCxnSpPr>
        <p:spPr>
          <a:xfrm>
            <a:off x="2817812" y="3122543"/>
            <a:ext cx="0" cy="1161552"/>
          </a:xfrm>
          <a:prstGeom prst="straightConnector1">
            <a:avLst/>
          </a:prstGeom>
          <a:ln w="5715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Egyenes összekötő nyíllal 133">
            <a:extLst>
              <a:ext uri="{FF2B5EF4-FFF2-40B4-BE49-F238E27FC236}">
                <a16:creationId xmlns:a16="http://schemas.microsoft.com/office/drawing/2014/main" id="{1BCA602B-7056-410C-BFB3-2D2F8F5446C5}"/>
              </a:ext>
            </a:extLst>
          </p:cNvPr>
          <p:cNvCxnSpPr>
            <a:cxnSpLocks/>
          </p:cNvCxnSpPr>
          <p:nvPr/>
        </p:nvCxnSpPr>
        <p:spPr>
          <a:xfrm>
            <a:off x="2817812" y="3122543"/>
            <a:ext cx="3276600" cy="1161552"/>
          </a:xfrm>
          <a:prstGeom prst="straightConnector1">
            <a:avLst/>
          </a:prstGeom>
          <a:ln w="5715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Egyenes összekötő nyíllal 134">
            <a:extLst>
              <a:ext uri="{FF2B5EF4-FFF2-40B4-BE49-F238E27FC236}">
                <a16:creationId xmlns:a16="http://schemas.microsoft.com/office/drawing/2014/main" id="{85039B21-D0E7-45E6-908D-8F8B36FAAAAE}"/>
              </a:ext>
            </a:extLst>
          </p:cNvPr>
          <p:cNvCxnSpPr>
            <a:cxnSpLocks/>
          </p:cNvCxnSpPr>
          <p:nvPr/>
        </p:nvCxnSpPr>
        <p:spPr>
          <a:xfrm>
            <a:off x="2817812" y="3122543"/>
            <a:ext cx="6553201" cy="1161552"/>
          </a:xfrm>
          <a:prstGeom prst="straightConnector1">
            <a:avLst/>
          </a:prstGeom>
          <a:ln w="5715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val 74"/>
          <p:cNvSpPr/>
          <p:nvPr/>
        </p:nvSpPr>
        <p:spPr>
          <a:xfrm>
            <a:off x="8609012" y="5599387"/>
            <a:ext cx="2433453" cy="268013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44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593401" y="4648200"/>
            <a:ext cx="4311011" cy="268013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44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2477245" y="5105400"/>
            <a:ext cx="6942926" cy="268013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44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Készítési információk</a:t>
            </a:r>
            <a:endParaRPr lang="en-US" dirty="0"/>
          </a:p>
        </p:txBody>
      </p:sp>
      <p:grpSp>
        <p:nvGrpSpPr>
          <p:cNvPr id="2" name="Group 50"/>
          <p:cNvGrpSpPr/>
          <p:nvPr/>
        </p:nvGrpSpPr>
        <p:grpSpPr>
          <a:xfrm>
            <a:off x="1674812" y="1611084"/>
            <a:ext cx="7827990" cy="3988949"/>
            <a:chOff x="1009622" y="1524000"/>
            <a:chExt cx="7827990" cy="3988949"/>
          </a:xfrm>
        </p:grpSpPr>
        <p:grpSp>
          <p:nvGrpSpPr>
            <p:cNvPr id="4" name="Group 48"/>
            <p:cNvGrpSpPr/>
            <p:nvPr/>
          </p:nvGrpSpPr>
          <p:grpSpPr>
            <a:xfrm>
              <a:off x="5338200" y="2344189"/>
              <a:ext cx="3499412" cy="2348572"/>
              <a:chOff x="5338200" y="2344189"/>
              <a:chExt cx="3499412" cy="2348572"/>
            </a:xfrm>
          </p:grpSpPr>
          <p:grpSp>
            <p:nvGrpSpPr>
              <p:cNvPr id="10" name="Group 14"/>
              <p:cNvGrpSpPr/>
              <p:nvPr/>
            </p:nvGrpSpPr>
            <p:grpSpPr>
              <a:xfrm>
                <a:off x="5338200" y="2344189"/>
                <a:ext cx="3499412" cy="2348572"/>
                <a:chOff x="2894012" y="-55052"/>
                <a:chExt cx="7112000" cy="4773102"/>
              </a:xfrm>
            </p:grpSpPr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44" name="Straight Arrow Connector 43"/>
              <p:cNvCxnSpPr/>
              <p:nvPr/>
            </p:nvCxnSpPr>
            <p:spPr>
              <a:xfrm rot="10800000" flipV="1">
                <a:off x="8621662" y="2382253"/>
                <a:ext cx="133319" cy="112292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49"/>
            <p:cNvGrpSpPr/>
            <p:nvPr/>
          </p:nvGrpSpPr>
          <p:grpSpPr>
            <a:xfrm>
              <a:off x="3427412" y="1930975"/>
              <a:ext cx="4730804" cy="3175000"/>
              <a:chOff x="3427412" y="1930975"/>
              <a:chExt cx="4730804" cy="3175000"/>
            </a:xfrm>
          </p:grpSpPr>
          <p:grpSp>
            <p:nvGrpSpPr>
              <p:cNvPr id="13" name="Group 14"/>
              <p:cNvGrpSpPr/>
              <p:nvPr/>
            </p:nvGrpSpPr>
            <p:grpSpPr>
              <a:xfrm>
                <a:off x="3427412" y="1930975"/>
                <a:ext cx="4730804" cy="3175000"/>
                <a:chOff x="2894012" y="-55052"/>
                <a:chExt cx="7112000" cy="4773102"/>
              </a:xfrm>
            </p:grpSpPr>
            <p:sp>
              <p:nvSpPr>
                <p:cNvPr id="20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43" name="Straight Arrow Connector 42"/>
              <p:cNvCxnSpPr/>
              <p:nvPr/>
            </p:nvCxnSpPr>
            <p:spPr>
              <a:xfrm rot="5400000">
                <a:off x="7877465" y="1985328"/>
                <a:ext cx="148929" cy="14761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41"/>
            <p:cNvGrpSpPr/>
            <p:nvPr/>
          </p:nvGrpSpPr>
          <p:grpSpPr>
            <a:xfrm>
              <a:off x="1009622" y="1524000"/>
              <a:ext cx="5943600" cy="3988949"/>
              <a:chOff x="1009622" y="1524000"/>
              <a:chExt cx="5943600" cy="3988949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009622" y="1524000"/>
                <a:ext cx="5943600" cy="3988949"/>
                <a:chOff x="2894012" y="-55052"/>
                <a:chExt cx="7112000" cy="4773102"/>
              </a:xfrm>
            </p:grpSpPr>
            <p:sp>
              <p:nvSpPr>
                <p:cNvPr id="5" name="Rectangle 6"/>
                <p:cNvSpPr>
                  <a:spLocks noChangeArrowheads="1"/>
                </p:cNvSpPr>
                <p:nvPr/>
              </p:nvSpPr>
              <p:spPr bwMode="auto">
                <a:xfrm>
                  <a:off x="2894012" y="320675"/>
                  <a:ext cx="7112000" cy="4397375"/>
                </a:xfrm>
                <a:prstGeom prst="rect">
                  <a:avLst/>
                </a:prstGeom>
                <a:solidFill>
                  <a:srgbClr val="0070C0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" name="Freeform 7"/>
                <p:cNvSpPr>
                  <a:spLocks/>
                </p:cNvSpPr>
                <p:nvPr/>
              </p:nvSpPr>
              <p:spPr bwMode="auto">
                <a:xfrm>
                  <a:off x="2894012" y="-55052"/>
                  <a:ext cx="7112000" cy="375728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416" y="0"/>
                    </a:cxn>
                    <a:cxn ang="0">
                      <a:pos x="4436" y="3"/>
                    </a:cxn>
                    <a:cxn ang="0">
                      <a:pos x="4454" y="12"/>
                    </a:cxn>
                    <a:cxn ang="0">
                      <a:pos x="4467" y="26"/>
                    </a:cxn>
                    <a:cxn ang="0">
                      <a:pos x="4477" y="43"/>
                    </a:cxn>
                    <a:cxn ang="0">
                      <a:pos x="4480" y="62"/>
                    </a:cxn>
                    <a:cxn ang="0">
                      <a:pos x="4480" y="202"/>
                    </a:cxn>
                    <a:cxn ang="0">
                      <a:pos x="0" y="202"/>
                    </a:cxn>
                    <a:cxn ang="0">
                      <a:pos x="0" y="62"/>
                    </a:cxn>
                    <a:cxn ang="0">
                      <a:pos x="3" y="43"/>
                    </a:cxn>
                    <a:cxn ang="0">
                      <a:pos x="12" y="26"/>
                    </a:cxn>
                    <a:cxn ang="0">
                      <a:pos x="26" y="12"/>
                    </a:cxn>
                    <a:cxn ang="0">
                      <a:pos x="43" y="3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4480" h="202">
                      <a:moveTo>
                        <a:pt x="64" y="0"/>
                      </a:moveTo>
                      <a:lnTo>
                        <a:pt x="4416" y="0"/>
                      </a:lnTo>
                      <a:lnTo>
                        <a:pt x="4436" y="3"/>
                      </a:lnTo>
                      <a:lnTo>
                        <a:pt x="4454" y="12"/>
                      </a:lnTo>
                      <a:lnTo>
                        <a:pt x="4467" y="26"/>
                      </a:lnTo>
                      <a:lnTo>
                        <a:pt x="4477" y="43"/>
                      </a:lnTo>
                      <a:lnTo>
                        <a:pt x="4480" y="62"/>
                      </a:lnTo>
                      <a:lnTo>
                        <a:pt x="4480" y="202"/>
                      </a:lnTo>
                      <a:lnTo>
                        <a:pt x="0" y="202"/>
                      </a:lnTo>
                      <a:lnTo>
                        <a:pt x="0" y="62"/>
                      </a:lnTo>
                      <a:lnTo>
                        <a:pt x="3" y="43"/>
                      </a:lnTo>
                      <a:lnTo>
                        <a:pt x="12" y="26"/>
                      </a:lnTo>
                      <a:lnTo>
                        <a:pt x="26" y="12"/>
                      </a:lnTo>
                      <a:lnTo>
                        <a:pt x="43" y="3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" name="Freeform 8"/>
                <p:cNvSpPr>
                  <a:spLocks/>
                </p:cNvSpPr>
                <p:nvPr/>
              </p:nvSpPr>
              <p:spPr bwMode="auto">
                <a:xfrm>
                  <a:off x="3034450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0" y="0"/>
                    </a:cxn>
                    <a:cxn ang="0">
                      <a:pos x="57" y="3"/>
                    </a:cxn>
                    <a:cxn ang="0">
                      <a:pos x="70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0" y="70"/>
                    </a:cxn>
                    <a:cxn ang="0">
                      <a:pos x="57" y="80"/>
                    </a:cxn>
                    <a:cxn ang="0">
                      <a:pos x="40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2" y="57"/>
                    </a:cxn>
                    <a:cxn ang="0">
                      <a:pos x="0" y="42"/>
                    </a:cxn>
                    <a:cxn ang="0">
                      <a:pos x="2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0" y="0"/>
                    </a:cxn>
                  </a:cxnLst>
                  <a:rect l="0" t="0" r="r" b="b"/>
                  <a:pathLst>
                    <a:path w="83" h="83">
                      <a:moveTo>
                        <a:pt x="40" y="0"/>
                      </a:moveTo>
                      <a:lnTo>
                        <a:pt x="57" y="3"/>
                      </a:lnTo>
                      <a:lnTo>
                        <a:pt x="70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0" y="70"/>
                      </a:lnTo>
                      <a:lnTo>
                        <a:pt x="57" y="80"/>
                      </a:lnTo>
                      <a:lnTo>
                        <a:pt x="40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2" y="57"/>
                      </a:lnTo>
                      <a:lnTo>
                        <a:pt x="0" y="42"/>
                      </a:lnTo>
                      <a:lnTo>
                        <a:pt x="2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" name="Freeform 9"/>
                <p:cNvSpPr>
                  <a:spLocks/>
                </p:cNvSpPr>
                <p:nvPr/>
              </p:nvSpPr>
              <p:spPr bwMode="auto">
                <a:xfrm>
                  <a:off x="3210301" y="84036"/>
                  <a:ext cx="99261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69" y="12"/>
                    </a:cxn>
                    <a:cxn ang="0">
                      <a:pos x="79" y="26"/>
                    </a:cxn>
                    <a:cxn ang="0">
                      <a:pos x="81" y="42"/>
                    </a:cxn>
                    <a:cxn ang="0">
                      <a:pos x="79" y="57"/>
                    </a:cxn>
                    <a:cxn ang="0">
                      <a:pos x="69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4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4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1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69" y="12"/>
                      </a:lnTo>
                      <a:lnTo>
                        <a:pt x="79" y="26"/>
                      </a:lnTo>
                      <a:lnTo>
                        <a:pt x="81" y="42"/>
                      </a:lnTo>
                      <a:lnTo>
                        <a:pt x="79" y="57"/>
                      </a:lnTo>
                      <a:lnTo>
                        <a:pt x="69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4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4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60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" name="Freeform 10"/>
                <p:cNvSpPr>
                  <a:spLocks/>
                </p:cNvSpPr>
                <p:nvPr/>
              </p:nvSpPr>
              <p:spPr bwMode="auto">
                <a:xfrm>
                  <a:off x="3385288" y="84036"/>
                  <a:ext cx="101712" cy="101712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57" y="3"/>
                    </a:cxn>
                    <a:cxn ang="0">
                      <a:pos x="71" y="12"/>
                    </a:cxn>
                    <a:cxn ang="0">
                      <a:pos x="80" y="26"/>
                    </a:cxn>
                    <a:cxn ang="0">
                      <a:pos x="83" y="42"/>
                    </a:cxn>
                    <a:cxn ang="0">
                      <a:pos x="80" y="57"/>
                    </a:cxn>
                    <a:cxn ang="0">
                      <a:pos x="71" y="70"/>
                    </a:cxn>
                    <a:cxn ang="0">
                      <a:pos x="57" y="80"/>
                    </a:cxn>
                    <a:cxn ang="0">
                      <a:pos x="41" y="83"/>
                    </a:cxn>
                    <a:cxn ang="0">
                      <a:pos x="26" y="80"/>
                    </a:cxn>
                    <a:cxn ang="0">
                      <a:pos x="12" y="70"/>
                    </a:cxn>
                    <a:cxn ang="0">
                      <a:pos x="3" y="57"/>
                    </a:cxn>
                    <a:cxn ang="0">
                      <a:pos x="0" y="42"/>
                    </a:cxn>
                    <a:cxn ang="0">
                      <a:pos x="3" y="26"/>
                    </a:cxn>
                    <a:cxn ang="0">
                      <a:pos x="12" y="12"/>
                    </a:cxn>
                    <a:cxn ang="0">
                      <a:pos x="26" y="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83" h="83">
                      <a:moveTo>
                        <a:pt x="41" y="0"/>
                      </a:moveTo>
                      <a:lnTo>
                        <a:pt x="57" y="3"/>
                      </a:lnTo>
                      <a:lnTo>
                        <a:pt x="71" y="12"/>
                      </a:lnTo>
                      <a:lnTo>
                        <a:pt x="80" y="26"/>
                      </a:lnTo>
                      <a:lnTo>
                        <a:pt x="83" y="42"/>
                      </a:lnTo>
                      <a:lnTo>
                        <a:pt x="80" y="57"/>
                      </a:lnTo>
                      <a:lnTo>
                        <a:pt x="71" y="70"/>
                      </a:lnTo>
                      <a:lnTo>
                        <a:pt x="57" y="80"/>
                      </a:lnTo>
                      <a:lnTo>
                        <a:pt x="41" y="83"/>
                      </a:lnTo>
                      <a:lnTo>
                        <a:pt x="26" y="80"/>
                      </a:lnTo>
                      <a:lnTo>
                        <a:pt x="12" y="70"/>
                      </a:lnTo>
                      <a:lnTo>
                        <a:pt x="3" y="57"/>
                      </a:lnTo>
                      <a:lnTo>
                        <a:pt x="0" y="42"/>
                      </a:lnTo>
                      <a:lnTo>
                        <a:pt x="3" y="26"/>
                      </a:lnTo>
                      <a:lnTo>
                        <a:pt x="12" y="12"/>
                      </a:lnTo>
                      <a:lnTo>
                        <a:pt x="26" y="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56FF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1" name="Straight Arrow Connector 10"/>
              <p:cNvCxnSpPr/>
              <p:nvPr/>
            </p:nvCxnSpPr>
            <p:spPr>
              <a:xfrm rot="5400000">
                <a:off x="6629849" y="1597262"/>
                <a:ext cx="148929" cy="14761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27"/>
            <p:cNvGrpSpPr/>
            <p:nvPr/>
          </p:nvGrpSpPr>
          <p:grpSpPr>
            <a:xfrm>
              <a:off x="1550297" y="2700800"/>
              <a:ext cx="5058254" cy="618656"/>
              <a:chOff x="5037729" y="2010398"/>
              <a:chExt cx="5607242" cy="685800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5037729" y="2010398"/>
                <a:ext cx="5607242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5725621" y="2145473"/>
                <a:ext cx="4639041" cy="424375"/>
              </a:xfrm>
              <a:prstGeom prst="roundRect">
                <a:avLst>
                  <a:gd name="adj" fmla="val 559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45720" rIns="109728" rtlCol="0" anchor="ctr"/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  <a:hlinkClick r:id="rId2"/>
                  </a:rPr>
                  <a:t>https://github.com/vagvolgyimate19/beadando.git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7" name="Group 146"/>
              <p:cNvGrpSpPr/>
              <p:nvPr/>
            </p:nvGrpSpPr>
            <p:grpSpPr>
              <a:xfrm rot="3600000">
                <a:off x="5206008" y="2222063"/>
                <a:ext cx="374768" cy="259681"/>
                <a:chOff x="8341185" y="1637870"/>
                <a:chExt cx="685799" cy="475199"/>
              </a:xfrm>
              <a:solidFill>
                <a:schemeClr val="bg1"/>
              </a:solidFill>
            </p:grpSpPr>
            <p:sp>
              <p:nvSpPr>
                <p:cNvPr id="32" name="Donut 31"/>
                <p:cNvSpPr/>
                <p:nvPr/>
              </p:nvSpPr>
              <p:spPr>
                <a:xfrm>
                  <a:off x="8341185" y="1637870"/>
                  <a:ext cx="475199" cy="475199"/>
                </a:xfrm>
                <a:prstGeom prst="donu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8798384" y="1799253"/>
                  <a:ext cx="228600" cy="1524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5" name="TextBox 34"/>
            <p:cNvSpPr txBox="1"/>
            <p:nvPr/>
          </p:nvSpPr>
          <p:spPr>
            <a:xfrm>
              <a:off x="1503835" y="3839354"/>
              <a:ext cx="49552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hu-HU" sz="18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Ez a weboldal HTML és </a:t>
              </a:r>
            </a:p>
            <a:p>
              <a:pPr lvl="0" algn="ctr"/>
              <a:r>
                <a:rPr lang="hu-HU" sz="18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CSS környezetben készült, UTF-8 kódolással. </a:t>
              </a:r>
              <a:endParaRPr lang="en-US" sz="1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 flipH="1">
            <a:off x="7570007" y="2057400"/>
            <a:ext cx="3229302" cy="3675063"/>
            <a:chOff x="1674812" y="1981200"/>
            <a:chExt cx="3229302" cy="3675063"/>
          </a:xfrm>
        </p:grpSpPr>
        <p:cxnSp>
          <p:nvCxnSpPr>
            <p:cNvPr id="42" name="Straight Connector 41"/>
            <p:cNvCxnSpPr/>
            <p:nvPr/>
          </p:nvCxnSpPr>
          <p:spPr>
            <a:xfrm flipV="1">
              <a:off x="3303914" y="2727434"/>
              <a:ext cx="1600200" cy="14478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63"/>
            <p:cNvGrpSpPr/>
            <p:nvPr/>
          </p:nvGrpSpPr>
          <p:grpSpPr>
            <a:xfrm>
              <a:off x="1674793" y="1981202"/>
              <a:ext cx="2023345" cy="3675065"/>
              <a:chOff x="8456613" y="2322513"/>
              <a:chExt cx="1477962" cy="2684463"/>
            </a:xfrm>
          </p:grpSpPr>
          <p:sp>
            <p:nvSpPr>
              <p:cNvPr id="46" name="Freeform 15"/>
              <p:cNvSpPr>
                <a:spLocks/>
              </p:cNvSpPr>
              <p:nvPr/>
            </p:nvSpPr>
            <p:spPr bwMode="auto">
              <a:xfrm>
                <a:off x="9758363" y="3627438"/>
                <a:ext cx="176212" cy="1603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8" y="0"/>
                  </a:cxn>
                  <a:cxn ang="0">
                    <a:pos x="49" y="1"/>
                  </a:cxn>
                  <a:cxn ang="0">
                    <a:pos x="62" y="2"/>
                  </a:cxn>
                  <a:cxn ang="0">
                    <a:pos x="75" y="4"/>
                  </a:cxn>
                  <a:cxn ang="0">
                    <a:pos x="87" y="7"/>
                  </a:cxn>
                  <a:cxn ang="0">
                    <a:pos x="97" y="10"/>
                  </a:cxn>
                  <a:cxn ang="0">
                    <a:pos x="105" y="15"/>
                  </a:cxn>
                  <a:cxn ang="0">
                    <a:pos x="108" y="18"/>
                  </a:cxn>
                  <a:cxn ang="0">
                    <a:pos x="110" y="22"/>
                  </a:cxn>
                  <a:cxn ang="0">
                    <a:pos x="111" y="26"/>
                  </a:cxn>
                  <a:cxn ang="0">
                    <a:pos x="111" y="32"/>
                  </a:cxn>
                  <a:cxn ang="0">
                    <a:pos x="111" y="39"/>
                  </a:cxn>
                  <a:cxn ang="0">
                    <a:pos x="110" y="45"/>
                  </a:cxn>
                  <a:cxn ang="0">
                    <a:pos x="107" y="53"/>
                  </a:cxn>
                  <a:cxn ang="0">
                    <a:pos x="102" y="60"/>
                  </a:cxn>
                  <a:cxn ang="0">
                    <a:pos x="97" y="68"/>
                  </a:cxn>
                  <a:cxn ang="0">
                    <a:pos x="89" y="74"/>
                  </a:cxn>
                  <a:cxn ang="0">
                    <a:pos x="80" y="81"/>
                  </a:cxn>
                  <a:cxn ang="0">
                    <a:pos x="69" y="87"/>
                  </a:cxn>
                  <a:cxn ang="0">
                    <a:pos x="56" y="92"/>
                  </a:cxn>
                  <a:cxn ang="0">
                    <a:pos x="40" y="96"/>
                  </a:cxn>
                  <a:cxn ang="0">
                    <a:pos x="21" y="99"/>
                  </a:cxn>
                  <a:cxn ang="0">
                    <a:pos x="0" y="101"/>
                  </a:cxn>
                  <a:cxn ang="0">
                    <a:pos x="11" y="0"/>
                  </a:cxn>
                </a:cxnLst>
                <a:rect l="0" t="0" r="r" b="b"/>
                <a:pathLst>
                  <a:path w="111" h="101">
                    <a:moveTo>
                      <a:pt x="11" y="0"/>
                    </a:moveTo>
                    <a:lnTo>
                      <a:pt x="38" y="0"/>
                    </a:lnTo>
                    <a:lnTo>
                      <a:pt x="49" y="1"/>
                    </a:lnTo>
                    <a:lnTo>
                      <a:pt x="62" y="2"/>
                    </a:lnTo>
                    <a:lnTo>
                      <a:pt x="75" y="4"/>
                    </a:lnTo>
                    <a:lnTo>
                      <a:pt x="87" y="7"/>
                    </a:lnTo>
                    <a:lnTo>
                      <a:pt x="97" y="10"/>
                    </a:lnTo>
                    <a:lnTo>
                      <a:pt x="105" y="15"/>
                    </a:lnTo>
                    <a:lnTo>
                      <a:pt x="108" y="18"/>
                    </a:lnTo>
                    <a:lnTo>
                      <a:pt x="110" y="22"/>
                    </a:lnTo>
                    <a:lnTo>
                      <a:pt x="111" y="26"/>
                    </a:lnTo>
                    <a:lnTo>
                      <a:pt x="111" y="32"/>
                    </a:lnTo>
                    <a:lnTo>
                      <a:pt x="111" y="39"/>
                    </a:lnTo>
                    <a:lnTo>
                      <a:pt x="110" y="45"/>
                    </a:lnTo>
                    <a:lnTo>
                      <a:pt x="107" y="53"/>
                    </a:lnTo>
                    <a:lnTo>
                      <a:pt x="102" y="60"/>
                    </a:lnTo>
                    <a:lnTo>
                      <a:pt x="97" y="68"/>
                    </a:lnTo>
                    <a:lnTo>
                      <a:pt x="89" y="74"/>
                    </a:lnTo>
                    <a:lnTo>
                      <a:pt x="80" y="81"/>
                    </a:lnTo>
                    <a:lnTo>
                      <a:pt x="69" y="87"/>
                    </a:lnTo>
                    <a:lnTo>
                      <a:pt x="56" y="92"/>
                    </a:lnTo>
                    <a:lnTo>
                      <a:pt x="40" y="96"/>
                    </a:lnTo>
                    <a:lnTo>
                      <a:pt x="21" y="99"/>
                    </a:lnTo>
                    <a:lnTo>
                      <a:pt x="0" y="10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16"/>
              <p:cNvSpPr>
                <a:spLocks/>
              </p:cNvSpPr>
              <p:nvPr/>
            </p:nvSpPr>
            <p:spPr bwMode="auto">
              <a:xfrm>
                <a:off x="8836025" y="3254375"/>
                <a:ext cx="582612" cy="900113"/>
              </a:xfrm>
              <a:custGeom>
                <a:avLst/>
                <a:gdLst/>
                <a:ahLst/>
                <a:cxnLst>
                  <a:cxn ang="0">
                    <a:pos x="287" y="0"/>
                  </a:cxn>
                  <a:cxn ang="0">
                    <a:pos x="288" y="0"/>
                  </a:cxn>
                  <a:cxn ang="0">
                    <a:pos x="291" y="2"/>
                  </a:cxn>
                  <a:cxn ang="0">
                    <a:pos x="297" y="4"/>
                  </a:cxn>
                  <a:cxn ang="0">
                    <a:pos x="305" y="6"/>
                  </a:cxn>
                  <a:cxn ang="0">
                    <a:pos x="315" y="7"/>
                  </a:cxn>
                  <a:cxn ang="0">
                    <a:pos x="328" y="7"/>
                  </a:cxn>
                  <a:cxn ang="0">
                    <a:pos x="343" y="5"/>
                  </a:cxn>
                  <a:cxn ang="0">
                    <a:pos x="367" y="538"/>
                  </a:cxn>
                  <a:cxn ang="0">
                    <a:pos x="0" y="567"/>
                  </a:cxn>
                  <a:cxn ang="0">
                    <a:pos x="33" y="21"/>
                  </a:cxn>
                  <a:cxn ang="0">
                    <a:pos x="44" y="11"/>
                  </a:cxn>
                  <a:cxn ang="0">
                    <a:pos x="117" y="11"/>
                  </a:cxn>
                  <a:cxn ang="0">
                    <a:pos x="142" y="10"/>
                  </a:cxn>
                  <a:cxn ang="0">
                    <a:pos x="169" y="9"/>
                  </a:cxn>
                  <a:cxn ang="0">
                    <a:pos x="198" y="7"/>
                  </a:cxn>
                  <a:cxn ang="0">
                    <a:pos x="228" y="5"/>
                  </a:cxn>
                  <a:cxn ang="0">
                    <a:pos x="257" y="3"/>
                  </a:cxn>
                  <a:cxn ang="0">
                    <a:pos x="287" y="0"/>
                  </a:cxn>
                </a:cxnLst>
                <a:rect l="0" t="0" r="r" b="b"/>
                <a:pathLst>
                  <a:path w="367" h="567">
                    <a:moveTo>
                      <a:pt x="287" y="0"/>
                    </a:moveTo>
                    <a:lnTo>
                      <a:pt x="288" y="0"/>
                    </a:lnTo>
                    <a:lnTo>
                      <a:pt x="291" y="2"/>
                    </a:lnTo>
                    <a:lnTo>
                      <a:pt x="297" y="4"/>
                    </a:lnTo>
                    <a:lnTo>
                      <a:pt x="305" y="6"/>
                    </a:lnTo>
                    <a:lnTo>
                      <a:pt x="315" y="7"/>
                    </a:lnTo>
                    <a:lnTo>
                      <a:pt x="328" y="7"/>
                    </a:lnTo>
                    <a:lnTo>
                      <a:pt x="343" y="5"/>
                    </a:lnTo>
                    <a:lnTo>
                      <a:pt x="367" y="538"/>
                    </a:lnTo>
                    <a:lnTo>
                      <a:pt x="0" y="567"/>
                    </a:lnTo>
                    <a:lnTo>
                      <a:pt x="33" y="21"/>
                    </a:lnTo>
                    <a:lnTo>
                      <a:pt x="44" y="11"/>
                    </a:lnTo>
                    <a:lnTo>
                      <a:pt x="117" y="11"/>
                    </a:lnTo>
                    <a:lnTo>
                      <a:pt x="142" y="10"/>
                    </a:lnTo>
                    <a:lnTo>
                      <a:pt x="169" y="9"/>
                    </a:lnTo>
                    <a:lnTo>
                      <a:pt x="198" y="7"/>
                    </a:lnTo>
                    <a:lnTo>
                      <a:pt x="228" y="5"/>
                    </a:lnTo>
                    <a:lnTo>
                      <a:pt x="257" y="3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rgbClr val="EAF2F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17"/>
              <p:cNvSpPr>
                <a:spLocks/>
              </p:cNvSpPr>
              <p:nvPr/>
            </p:nvSpPr>
            <p:spPr bwMode="auto">
              <a:xfrm>
                <a:off x="8934450" y="3317875"/>
                <a:ext cx="131762" cy="7969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2" y="7"/>
                  </a:cxn>
                  <a:cxn ang="0">
                    <a:pos x="5" y="15"/>
                  </a:cxn>
                  <a:cxn ang="0">
                    <a:pos x="8" y="26"/>
                  </a:cxn>
                  <a:cxn ang="0">
                    <a:pos x="13" y="39"/>
                  </a:cxn>
                  <a:cxn ang="0">
                    <a:pos x="17" y="55"/>
                  </a:cxn>
                  <a:cxn ang="0">
                    <a:pos x="23" y="74"/>
                  </a:cxn>
                  <a:cxn ang="0">
                    <a:pos x="29" y="95"/>
                  </a:cxn>
                  <a:cxn ang="0">
                    <a:pos x="35" y="119"/>
                  </a:cxn>
                  <a:cxn ang="0">
                    <a:pos x="41" y="143"/>
                  </a:cxn>
                  <a:cxn ang="0">
                    <a:pos x="47" y="170"/>
                  </a:cxn>
                  <a:cxn ang="0">
                    <a:pos x="53" y="199"/>
                  </a:cxn>
                  <a:cxn ang="0">
                    <a:pos x="59" y="229"/>
                  </a:cxn>
                  <a:cxn ang="0">
                    <a:pos x="64" y="260"/>
                  </a:cxn>
                  <a:cxn ang="0">
                    <a:pos x="70" y="292"/>
                  </a:cxn>
                  <a:cxn ang="0">
                    <a:pos x="74" y="326"/>
                  </a:cxn>
                  <a:cxn ang="0">
                    <a:pos x="78" y="360"/>
                  </a:cxn>
                  <a:cxn ang="0">
                    <a:pos x="80" y="395"/>
                  </a:cxn>
                  <a:cxn ang="0">
                    <a:pos x="82" y="430"/>
                  </a:cxn>
                  <a:cxn ang="0">
                    <a:pos x="83" y="466"/>
                  </a:cxn>
                  <a:cxn ang="0">
                    <a:pos x="82" y="501"/>
                  </a:cxn>
                  <a:cxn ang="0">
                    <a:pos x="49" y="502"/>
                  </a:cxn>
                  <a:cxn ang="0">
                    <a:pos x="0" y="0"/>
                  </a:cxn>
                </a:cxnLst>
                <a:rect l="0" t="0" r="r" b="b"/>
                <a:pathLst>
                  <a:path w="83" h="502">
                    <a:moveTo>
                      <a:pt x="0" y="0"/>
                    </a:moveTo>
                    <a:lnTo>
                      <a:pt x="0" y="2"/>
                    </a:lnTo>
                    <a:lnTo>
                      <a:pt x="2" y="7"/>
                    </a:lnTo>
                    <a:lnTo>
                      <a:pt x="5" y="15"/>
                    </a:lnTo>
                    <a:lnTo>
                      <a:pt x="8" y="26"/>
                    </a:lnTo>
                    <a:lnTo>
                      <a:pt x="13" y="39"/>
                    </a:lnTo>
                    <a:lnTo>
                      <a:pt x="17" y="55"/>
                    </a:lnTo>
                    <a:lnTo>
                      <a:pt x="23" y="74"/>
                    </a:lnTo>
                    <a:lnTo>
                      <a:pt x="29" y="95"/>
                    </a:lnTo>
                    <a:lnTo>
                      <a:pt x="35" y="119"/>
                    </a:lnTo>
                    <a:lnTo>
                      <a:pt x="41" y="143"/>
                    </a:lnTo>
                    <a:lnTo>
                      <a:pt x="47" y="170"/>
                    </a:lnTo>
                    <a:lnTo>
                      <a:pt x="53" y="199"/>
                    </a:lnTo>
                    <a:lnTo>
                      <a:pt x="59" y="229"/>
                    </a:lnTo>
                    <a:lnTo>
                      <a:pt x="64" y="260"/>
                    </a:lnTo>
                    <a:lnTo>
                      <a:pt x="70" y="292"/>
                    </a:lnTo>
                    <a:lnTo>
                      <a:pt x="74" y="326"/>
                    </a:lnTo>
                    <a:lnTo>
                      <a:pt x="78" y="360"/>
                    </a:lnTo>
                    <a:lnTo>
                      <a:pt x="80" y="395"/>
                    </a:lnTo>
                    <a:lnTo>
                      <a:pt x="82" y="430"/>
                    </a:lnTo>
                    <a:lnTo>
                      <a:pt x="83" y="466"/>
                    </a:lnTo>
                    <a:lnTo>
                      <a:pt x="82" y="501"/>
                    </a:lnTo>
                    <a:lnTo>
                      <a:pt x="49" y="5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ED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18"/>
              <p:cNvSpPr>
                <a:spLocks/>
              </p:cNvSpPr>
              <p:nvPr/>
            </p:nvSpPr>
            <p:spPr bwMode="auto">
              <a:xfrm>
                <a:off x="8778875" y="4070350"/>
                <a:ext cx="711200" cy="936625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15" y="4"/>
                  </a:cxn>
                  <a:cxn ang="0">
                    <a:pos x="39" y="9"/>
                  </a:cxn>
                  <a:cxn ang="0">
                    <a:pos x="74" y="16"/>
                  </a:cxn>
                  <a:cxn ang="0">
                    <a:pos x="116" y="22"/>
                  </a:cxn>
                  <a:cxn ang="0">
                    <a:pos x="165" y="27"/>
                  </a:cxn>
                  <a:cxn ang="0">
                    <a:pos x="219" y="30"/>
                  </a:cxn>
                  <a:cxn ang="0">
                    <a:pos x="275" y="30"/>
                  </a:cxn>
                  <a:cxn ang="0">
                    <a:pos x="333" y="26"/>
                  </a:cxn>
                  <a:cxn ang="0">
                    <a:pos x="361" y="24"/>
                  </a:cxn>
                  <a:cxn ang="0">
                    <a:pos x="363" y="40"/>
                  </a:cxn>
                  <a:cxn ang="0">
                    <a:pos x="364" y="70"/>
                  </a:cxn>
                  <a:cxn ang="0">
                    <a:pos x="368" y="112"/>
                  </a:cxn>
                  <a:cxn ang="0">
                    <a:pos x="372" y="161"/>
                  </a:cxn>
                  <a:cxn ang="0">
                    <a:pos x="377" y="216"/>
                  </a:cxn>
                  <a:cxn ang="0">
                    <a:pos x="387" y="303"/>
                  </a:cxn>
                  <a:cxn ang="0">
                    <a:pos x="399" y="387"/>
                  </a:cxn>
                  <a:cxn ang="0">
                    <a:pos x="408" y="432"/>
                  </a:cxn>
                  <a:cxn ang="0">
                    <a:pos x="417" y="470"/>
                  </a:cxn>
                  <a:cxn ang="0">
                    <a:pos x="433" y="514"/>
                  </a:cxn>
                  <a:cxn ang="0">
                    <a:pos x="442" y="534"/>
                  </a:cxn>
                  <a:cxn ang="0">
                    <a:pos x="447" y="545"/>
                  </a:cxn>
                  <a:cxn ang="0">
                    <a:pos x="305" y="590"/>
                  </a:cxn>
                  <a:cxn ang="0">
                    <a:pos x="299" y="583"/>
                  </a:cxn>
                  <a:cxn ang="0">
                    <a:pos x="289" y="568"/>
                  </a:cxn>
                  <a:cxn ang="0">
                    <a:pos x="277" y="540"/>
                  </a:cxn>
                  <a:cxn ang="0">
                    <a:pos x="262" y="499"/>
                  </a:cxn>
                  <a:cxn ang="0">
                    <a:pos x="250" y="452"/>
                  </a:cxn>
                  <a:cxn ang="0">
                    <a:pos x="241" y="417"/>
                  </a:cxn>
                  <a:cxn ang="0">
                    <a:pos x="233" y="375"/>
                  </a:cxn>
                  <a:cxn ang="0">
                    <a:pos x="229" y="349"/>
                  </a:cxn>
                  <a:cxn ang="0">
                    <a:pos x="225" y="320"/>
                  </a:cxn>
                  <a:cxn ang="0">
                    <a:pos x="220" y="286"/>
                  </a:cxn>
                  <a:cxn ang="0">
                    <a:pos x="214" y="242"/>
                  </a:cxn>
                  <a:cxn ang="0">
                    <a:pos x="206" y="187"/>
                  </a:cxn>
                  <a:cxn ang="0">
                    <a:pos x="173" y="195"/>
                  </a:cxn>
                  <a:cxn ang="0">
                    <a:pos x="173" y="225"/>
                  </a:cxn>
                  <a:cxn ang="0">
                    <a:pos x="172" y="264"/>
                  </a:cxn>
                  <a:cxn ang="0">
                    <a:pos x="171" y="309"/>
                  </a:cxn>
                  <a:cxn ang="0">
                    <a:pos x="170" y="382"/>
                  </a:cxn>
                  <a:cxn ang="0">
                    <a:pos x="169" y="428"/>
                  </a:cxn>
                  <a:cxn ang="0">
                    <a:pos x="168" y="468"/>
                  </a:cxn>
                  <a:cxn ang="0">
                    <a:pos x="167" y="500"/>
                  </a:cxn>
                  <a:cxn ang="0">
                    <a:pos x="163" y="539"/>
                  </a:cxn>
                  <a:cxn ang="0">
                    <a:pos x="159" y="564"/>
                  </a:cxn>
                  <a:cxn ang="0">
                    <a:pos x="155" y="578"/>
                  </a:cxn>
                  <a:cxn ang="0">
                    <a:pos x="151" y="584"/>
                  </a:cxn>
                  <a:cxn ang="0">
                    <a:pos x="150" y="585"/>
                  </a:cxn>
                  <a:cxn ang="0">
                    <a:pos x="28" y="552"/>
                  </a:cxn>
                  <a:cxn ang="0">
                    <a:pos x="28" y="545"/>
                  </a:cxn>
                  <a:cxn ang="0">
                    <a:pos x="26" y="531"/>
                  </a:cxn>
                  <a:cxn ang="0">
                    <a:pos x="24" y="508"/>
                  </a:cxn>
                  <a:cxn ang="0">
                    <a:pos x="21" y="475"/>
                  </a:cxn>
                  <a:cxn ang="0">
                    <a:pos x="18" y="431"/>
                  </a:cxn>
                  <a:cxn ang="0">
                    <a:pos x="15" y="374"/>
                  </a:cxn>
                  <a:cxn ang="0">
                    <a:pos x="11" y="304"/>
                  </a:cxn>
                  <a:cxn ang="0">
                    <a:pos x="7" y="219"/>
                  </a:cxn>
                  <a:cxn ang="0">
                    <a:pos x="4" y="118"/>
                  </a:cxn>
                  <a:cxn ang="0">
                    <a:pos x="0" y="0"/>
                  </a:cxn>
                </a:cxnLst>
                <a:rect l="0" t="0" r="r" b="b"/>
                <a:pathLst>
                  <a:path w="448" h="590">
                    <a:moveTo>
                      <a:pt x="0" y="0"/>
                    </a:moveTo>
                    <a:lnTo>
                      <a:pt x="2" y="1"/>
                    </a:lnTo>
                    <a:lnTo>
                      <a:pt x="7" y="2"/>
                    </a:lnTo>
                    <a:lnTo>
                      <a:pt x="15" y="4"/>
                    </a:lnTo>
                    <a:lnTo>
                      <a:pt x="26" y="6"/>
                    </a:lnTo>
                    <a:lnTo>
                      <a:pt x="39" y="9"/>
                    </a:lnTo>
                    <a:lnTo>
                      <a:pt x="55" y="12"/>
                    </a:lnTo>
                    <a:lnTo>
                      <a:pt x="74" y="16"/>
                    </a:lnTo>
                    <a:lnTo>
                      <a:pt x="94" y="19"/>
                    </a:lnTo>
                    <a:lnTo>
                      <a:pt x="116" y="22"/>
                    </a:lnTo>
                    <a:lnTo>
                      <a:pt x="140" y="24"/>
                    </a:lnTo>
                    <a:lnTo>
                      <a:pt x="165" y="27"/>
                    </a:lnTo>
                    <a:lnTo>
                      <a:pt x="192" y="29"/>
                    </a:lnTo>
                    <a:lnTo>
                      <a:pt x="219" y="30"/>
                    </a:lnTo>
                    <a:lnTo>
                      <a:pt x="246" y="30"/>
                    </a:lnTo>
                    <a:lnTo>
                      <a:pt x="275" y="30"/>
                    </a:lnTo>
                    <a:lnTo>
                      <a:pt x="304" y="29"/>
                    </a:lnTo>
                    <a:lnTo>
                      <a:pt x="333" y="26"/>
                    </a:lnTo>
                    <a:lnTo>
                      <a:pt x="361" y="22"/>
                    </a:lnTo>
                    <a:lnTo>
                      <a:pt x="361" y="24"/>
                    </a:lnTo>
                    <a:lnTo>
                      <a:pt x="362" y="30"/>
                    </a:lnTo>
                    <a:lnTo>
                      <a:pt x="363" y="40"/>
                    </a:lnTo>
                    <a:lnTo>
                      <a:pt x="364" y="54"/>
                    </a:lnTo>
                    <a:lnTo>
                      <a:pt x="364" y="70"/>
                    </a:lnTo>
                    <a:lnTo>
                      <a:pt x="366" y="90"/>
                    </a:lnTo>
                    <a:lnTo>
                      <a:pt x="368" y="112"/>
                    </a:lnTo>
                    <a:lnTo>
                      <a:pt x="370" y="136"/>
                    </a:lnTo>
                    <a:lnTo>
                      <a:pt x="372" y="161"/>
                    </a:lnTo>
                    <a:lnTo>
                      <a:pt x="375" y="188"/>
                    </a:lnTo>
                    <a:lnTo>
                      <a:pt x="377" y="216"/>
                    </a:lnTo>
                    <a:lnTo>
                      <a:pt x="384" y="274"/>
                    </a:lnTo>
                    <a:lnTo>
                      <a:pt x="387" y="303"/>
                    </a:lnTo>
                    <a:lnTo>
                      <a:pt x="395" y="360"/>
                    </a:lnTo>
                    <a:lnTo>
                      <a:pt x="399" y="387"/>
                    </a:lnTo>
                    <a:lnTo>
                      <a:pt x="403" y="412"/>
                    </a:lnTo>
                    <a:lnTo>
                      <a:pt x="408" y="432"/>
                    </a:lnTo>
                    <a:lnTo>
                      <a:pt x="412" y="451"/>
                    </a:lnTo>
                    <a:lnTo>
                      <a:pt x="417" y="470"/>
                    </a:lnTo>
                    <a:lnTo>
                      <a:pt x="428" y="501"/>
                    </a:lnTo>
                    <a:lnTo>
                      <a:pt x="433" y="514"/>
                    </a:lnTo>
                    <a:lnTo>
                      <a:pt x="438" y="525"/>
                    </a:lnTo>
                    <a:lnTo>
                      <a:pt x="442" y="534"/>
                    </a:lnTo>
                    <a:lnTo>
                      <a:pt x="445" y="541"/>
                    </a:lnTo>
                    <a:lnTo>
                      <a:pt x="447" y="545"/>
                    </a:lnTo>
                    <a:lnTo>
                      <a:pt x="448" y="547"/>
                    </a:lnTo>
                    <a:lnTo>
                      <a:pt x="305" y="590"/>
                    </a:lnTo>
                    <a:lnTo>
                      <a:pt x="302" y="587"/>
                    </a:lnTo>
                    <a:lnTo>
                      <a:pt x="299" y="583"/>
                    </a:lnTo>
                    <a:lnTo>
                      <a:pt x="294" y="577"/>
                    </a:lnTo>
                    <a:lnTo>
                      <a:pt x="289" y="568"/>
                    </a:lnTo>
                    <a:lnTo>
                      <a:pt x="283" y="555"/>
                    </a:lnTo>
                    <a:lnTo>
                      <a:pt x="277" y="540"/>
                    </a:lnTo>
                    <a:lnTo>
                      <a:pt x="269" y="521"/>
                    </a:lnTo>
                    <a:lnTo>
                      <a:pt x="262" y="499"/>
                    </a:lnTo>
                    <a:lnTo>
                      <a:pt x="254" y="472"/>
                    </a:lnTo>
                    <a:lnTo>
                      <a:pt x="250" y="452"/>
                    </a:lnTo>
                    <a:lnTo>
                      <a:pt x="245" y="433"/>
                    </a:lnTo>
                    <a:lnTo>
                      <a:pt x="241" y="417"/>
                    </a:lnTo>
                    <a:lnTo>
                      <a:pt x="238" y="402"/>
                    </a:lnTo>
                    <a:lnTo>
                      <a:pt x="233" y="375"/>
                    </a:lnTo>
                    <a:lnTo>
                      <a:pt x="230" y="362"/>
                    </a:lnTo>
                    <a:lnTo>
                      <a:pt x="229" y="349"/>
                    </a:lnTo>
                    <a:lnTo>
                      <a:pt x="227" y="335"/>
                    </a:lnTo>
                    <a:lnTo>
                      <a:pt x="225" y="320"/>
                    </a:lnTo>
                    <a:lnTo>
                      <a:pt x="222" y="304"/>
                    </a:lnTo>
                    <a:lnTo>
                      <a:pt x="220" y="286"/>
                    </a:lnTo>
                    <a:lnTo>
                      <a:pt x="218" y="265"/>
                    </a:lnTo>
                    <a:lnTo>
                      <a:pt x="214" y="242"/>
                    </a:lnTo>
                    <a:lnTo>
                      <a:pt x="211" y="216"/>
                    </a:lnTo>
                    <a:lnTo>
                      <a:pt x="206" y="187"/>
                    </a:lnTo>
                    <a:lnTo>
                      <a:pt x="173" y="177"/>
                    </a:lnTo>
                    <a:lnTo>
                      <a:pt x="173" y="195"/>
                    </a:lnTo>
                    <a:lnTo>
                      <a:pt x="173" y="209"/>
                    </a:lnTo>
                    <a:lnTo>
                      <a:pt x="173" y="225"/>
                    </a:lnTo>
                    <a:lnTo>
                      <a:pt x="172" y="243"/>
                    </a:lnTo>
                    <a:lnTo>
                      <a:pt x="172" y="264"/>
                    </a:lnTo>
                    <a:lnTo>
                      <a:pt x="171" y="286"/>
                    </a:lnTo>
                    <a:lnTo>
                      <a:pt x="171" y="309"/>
                    </a:lnTo>
                    <a:lnTo>
                      <a:pt x="170" y="357"/>
                    </a:lnTo>
                    <a:lnTo>
                      <a:pt x="170" y="382"/>
                    </a:lnTo>
                    <a:lnTo>
                      <a:pt x="170" y="405"/>
                    </a:lnTo>
                    <a:lnTo>
                      <a:pt x="169" y="428"/>
                    </a:lnTo>
                    <a:lnTo>
                      <a:pt x="168" y="449"/>
                    </a:lnTo>
                    <a:lnTo>
                      <a:pt x="168" y="468"/>
                    </a:lnTo>
                    <a:lnTo>
                      <a:pt x="167" y="486"/>
                    </a:lnTo>
                    <a:lnTo>
                      <a:pt x="167" y="500"/>
                    </a:lnTo>
                    <a:lnTo>
                      <a:pt x="165" y="522"/>
                    </a:lnTo>
                    <a:lnTo>
                      <a:pt x="163" y="539"/>
                    </a:lnTo>
                    <a:lnTo>
                      <a:pt x="162" y="553"/>
                    </a:lnTo>
                    <a:lnTo>
                      <a:pt x="159" y="564"/>
                    </a:lnTo>
                    <a:lnTo>
                      <a:pt x="157" y="572"/>
                    </a:lnTo>
                    <a:lnTo>
                      <a:pt x="155" y="578"/>
                    </a:lnTo>
                    <a:lnTo>
                      <a:pt x="153" y="582"/>
                    </a:lnTo>
                    <a:lnTo>
                      <a:pt x="151" y="584"/>
                    </a:lnTo>
                    <a:lnTo>
                      <a:pt x="151" y="585"/>
                    </a:lnTo>
                    <a:lnTo>
                      <a:pt x="150" y="585"/>
                    </a:lnTo>
                    <a:lnTo>
                      <a:pt x="28" y="552"/>
                    </a:lnTo>
                    <a:lnTo>
                      <a:pt x="28" y="552"/>
                    </a:lnTo>
                    <a:lnTo>
                      <a:pt x="28" y="549"/>
                    </a:lnTo>
                    <a:lnTo>
                      <a:pt x="28" y="545"/>
                    </a:lnTo>
                    <a:lnTo>
                      <a:pt x="26" y="539"/>
                    </a:lnTo>
                    <a:lnTo>
                      <a:pt x="26" y="531"/>
                    </a:lnTo>
                    <a:lnTo>
                      <a:pt x="25" y="521"/>
                    </a:lnTo>
                    <a:lnTo>
                      <a:pt x="24" y="508"/>
                    </a:lnTo>
                    <a:lnTo>
                      <a:pt x="23" y="493"/>
                    </a:lnTo>
                    <a:lnTo>
                      <a:pt x="21" y="475"/>
                    </a:lnTo>
                    <a:lnTo>
                      <a:pt x="20" y="454"/>
                    </a:lnTo>
                    <a:lnTo>
                      <a:pt x="18" y="431"/>
                    </a:lnTo>
                    <a:lnTo>
                      <a:pt x="16" y="405"/>
                    </a:lnTo>
                    <a:lnTo>
                      <a:pt x="15" y="374"/>
                    </a:lnTo>
                    <a:lnTo>
                      <a:pt x="13" y="341"/>
                    </a:lnTo>
                    <a:lnTo>
                      <a:pt x="11" y="304"/>
                    </a:lnTo>
                    <a:lnTo>
                      <a:pt x="9" y="264"/>
                    </a:lnTo>
                    <a:lnTo>
                      <a:pt x="7" y="219"/>
                    </a:lnTo>
                    <a:lnTo>
                      <a:pt x="5" y="171"/>
                    </a:lnTo>
                    <a:lnTo>
                      <a:pt x="4" y="118"/>
                    </a:lnTo>
                    <a:lnTo>
                      <a:pt x="2" y="62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19"/>
              <p:cNvSpPr>
                <a:spLocks/>
              </p:cNvSpPr>
              <p:nvPr/>
            </p:nvSpPr>
            <p:spPr bwMode="auto">
              <a:xfrm>
                <a:off x="8778875" y="4095750"/>
                <a:ext cx="285750" cy="1190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7" y="0"/>
                  </a:cxn>
                  <a:cxn ang="0">
                    <a:pos x="16" y="1"/>
                  </a:cxn>
                  <a:cxn ang="0">
                    <a:pos x="28" y="3"/>
                  </a:cxn>
                  <a:cxn ang="0">
                    <a:pos x="42" y="4"/>
                  </a:cxn>
                  <a:cxn ang="0">
                    <a:pos x="60" y="6"/>
                  </a:cxn>
                  <a:cxn ang="0">
                    <a:pos x="79" y="7"/>
                  </a:cxn>
                  <a:cxn ang="0">
                    <a:pos x="101" y="8"/>
                  </a:cxn>
                  <a:cxn ang="0">
                    <a:pos x="126" y="9"/>
                  </a:cxn>
                  <a:cxn ang="0">
                    <a:pos x="152" y="11"/>
                  </a:cxn>
                  <a:cxn ang="0">
                    <a:pos x="180" y="11"/>
                  </a:cxn>
                  <a:cxn ang="0">
                    <a:pos x="180" y="37"/>
                  </a:cxn>
                  <a:cxn ang="0">
                    <a:pos x="178" y="61"/>
                  </a:cxn>
                  <a:cxn ang="0">
                    <a:pos x="176" y="62"/>
                  </a:cxn>
                  <a:cxn ang="0">
                    <a:pos x="171" y="63"/>
                  </a:cxn>
                  <a:cxn ang="0">
                    <a:pos x="162" y="64"/>
                  </a:cxn>
                  <a:cxn ang="0">
                    <a:pos x="150" y="67"/>
                  </a:cxn>
                  <a:cxn ang="0">
                    <a:pos x="134" y="69"/>
                  </a:cxn>
                  <a:cxn ang="0">
                    <a:pos x="114" y="71"/>
                  </a:cxn>
                  <a:cxn ang="0">
                    <a:pos x="91" y="73"/>
                  </a:cxn>
                  <a:cxn ang="0">
                    <a:pos x="65" y="74"/>
                  </a:cxn>
                  <a:cxn ang="0">
                    <a:pos x="36" y="75"/>
                  </a:cxn>
                  <a:cxn ang="0">
                    <a:pos x="3" y="74"/>
                  </a:cxn>
                  <a:cxn ang="0">
                    <a:pos x="2" y="57"/>
                  </a:cxn>
                  <a:cxn ang="0">
                    <a:pos x="2" y="44"/>
                  </a:cxn>
                  <a:cxn ang="0">
                    <a:pos x="2" y="32"/>
                  </a:cxn>
                  <a:cxn ang="0">
                    <a:pos x="1" y="22"/>
                  </a:cxn>
                  <a:cxn ang="0">
                    <a:pos x="1" y="11"/>
                  </a:cxn>
                  <a:cxn ang="0">
                    <a:pos x="0" y="0"/>
                  </a:cxn>
                </a:cxnLst>
                <a:rect l="0" t="0" r="r" b="b"/>
                <a:pathLst>
                  <a:path w="180" h="75">
                    <a:moveTo>
                      <a:pt x="0" y="0"/>
                    </a:moveTo>
                    <a:lnTo>
                      <a:pt x="2" y="0"/>
                    </a:lnTo>
                    <a:lnTo>
                      <a:pt x="7" y="0"/>
                    </a:lnTo>
                    <a:lnTo>
                      <a:pt x="16" y="1"/>
                    </a:lnTo>
                    <a:lnTo>
                      <a:pt x="28" y="3"/>
                    </a:lnTo>
                    <a:lnTo>
                      <a:pt x="42" y="4"/>
                    </a:lnTo>
                    <a:lnTo>
                      <a:pt x="60" y="6"/>
                    </a:lnTo>
                    <a:lnTo>
                      <a:pt x="79" y="7"/>
                    </a:lnTo>
                    <a:lnTo>
                      <a:pt x="101" y="8"/>
                    </a:lnTo>
                    <a:lnTo>
                      <a:pt x="126" y="9"/>
                    </a:lnTo>
                    <a:lnTo>
                      <a:pt x="152" y="11"/>
                    </a:lnTo>
                    <a:lnTo>
                      <a:pt x="180" y="11"/>
                    </a:lnTo>
                    <a:lnTo>
                      <a:pt x="180" y="37"/>
                    </a:lnTo>
                    <a:lnTo>
                      <a:pt x="178" y="61"/>
                    </a:lnTo>
                    <a:lnTo>
                      <a:pt x="176" y="62"/>
                    </a:lnTo>
                    <a:lnTo>
                      <a:pt x="171" y="63"/>
                    </a:lnTo>
                    <a:lnTo>
                      <a:pt x="162" y="64"/>
                    </a:lnTo>
                    <a:lnTo>
                      <a:pt x="150" y="67"/>
                    </a:lnTo>
                    <a:lnTo>
                      <a:pt x="134" y="69"/>
                    </a:lnTo>
                    <a:lnTo>
                      <a:pt x="114" y="71"/>
                    </a:lnTo>
                    <a:lnTo>
                      <a:pt x="91" y="73"/>
                    </a:lnTo>
                    <a:lnTo>
                      <a:pt x="65" y="74"/>
                    </a:lnTo>
                    <a:lnTo>
                      <a:pt x="36" y="75"/>
                    </a:lnTo>
                    <a:lnTo>
                      <a:pt x="3" y="74"/>
                    </a:lnTo>
                    <a:lnTo>
                      <a:pt x="2" y="57"/>
                    </a:lnTo>
                    <a:lnTo>
                      <a:pt x="2" y="44"/>
                    </a:lnTo>
                    <a:lnTo>
                      <a:pt x="2" y="32"/>
                    </a:lnTo>
                    <a:lnTo>
                      <a:pt x="1" y="22"/>
                    </a:lnTo>
                    <a:lnTo>
                      <a:pt x="1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20"/>
              <p:cNvSpPr>
                <a:spLocks/>
              </p:cNvSpPr>
              <p:nvPr/>
            </p:nvSpPr>
            <p:spPr bwMode="auto">
              <a:xfrm>
                <a:off x="8723313" y="3228975"/>
                <a:ext cx="330200" cy="963613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8" y="5"/>
                  </a:cxn>
                  <a:cxn ang="0">
                    <a:pos x="56" y="12"/>
                  </a:cxn>
                  <a:cxn ang="0">
                    <a:pos x="90" y="23"/>
                  </a:cxn>
                  <a:cxn ang="0">
                    <a:pos x="114" y="27"/>
                  </a:cxn>
                  <a:cxn ang="0">
                    <a:pos x="125" y="30"/>
                  </a:cxn>
                  <a:cxn ang="0">
                    <a:pos x="129" y="43"/>
                  </a:cxn>
                  <a:cxn ang="0">
                    <a:pos x="136" y="69"/>
                  </a:cxn>
                  <a:cxn ang="0">
                    <a:pos x="147" y="106"/>
                  </a:cxn>
                  <a:cxn ang="0">
                    <a:pos x="158" y="152"/>
                  </a:cxn>
                  <a:cxn ang="0">
                    <a:pos x="171" y="207"/>
                  </a:cxn>
                  <a:cxn ang="0">
                    <a:pos x="182" y="269"/>
                  </a:cxn>
                  <a:cxn ang="0">
                    <a:pos x="193" y="336"/>
                  </a:cxn>
                  <a:cxn ang="0">
                    <a:pos x="205" y="444"/>
                  </a:cxn>
                  <a:cxn ang="0">
                    <a:pos x="208" y="519"/>
                  </a:cxn>
                  <a:cxn ang="0">
                    <a:pos x="206" y="595"/>
                  </a:cxn>
                  <a:cxn ang="0">
                    <a:pos x="199" y="596"/>
                  </a:cxn>
                  <a:cxn ang="0">
                    <a:pos x="179" y="599"/>
                  </a:cxn>
                  <a:cxn ang="0">
                    <a:pos x="149" y="603"/>
                  </a:cxn>
                  <a:cxn ang="0">
                    <a:pos x="114" y="606"/>
                  </a:cxn>
                  <a:cxn ang="0">
                    <a:pos x="58" y="607"/>
                  </a:cxn>
                  <a:cxn ang="0">
                    <a:pos x="23" y="603"/>
                  </a:cxn>
                  <a:cxn ang="0">
                    <a:pos x="8" y="598"/>
                  </a:cxn>
                  <a:cxn ang="0">
                    <a:pos x="7" y="582"/>
                  </a:cxn>
                  <a:cxn ang="0">
                    <a:pos x="6" y="553"/>
                  </a:cxn>
                  <a:cxn ang="0">
                    <a:pos x="4" y="514"/>
                  </a:cxn>
                  <a:cxn ang="0">
                    <a:pos x="2" y="467"/>
                  </a:cxn>
                  <a:cxn ang="0">
                    <a:pos x="0" y="416"/>
                  </a:cxn>
                  <a:cxn ang="0">
                    <a:pos x="0" y="362"/>
                  </a:cxn>
                  <a:cxn ang="0">
                    <a:pos x="0" y="261"/>
                  </a:cxn>
                  <a:cxn ang="0">
                    <a:pos x="4" y="210"/>
                  </a:cxn>
                  <a:cxn ang="0">
                    <a:pos x="8" y="155"/>
                  </a:cxn>
                  <a:cxn ang="0">
                    <a:pos x="13" y="105"/>
                  </a:cxn>
                  <a:cxn ang="0">
                    <a:pos x="18" y="63"/>
                  </a:cxn>
                  <a:cxn ang="0">
                    <a:pos x="23" y="29"/>
                  </a:cxn>
                  <a:cxn ang="0">
                    <a:pos x="25" y="7"/>
                  </a:cxn>
                  <a:cxn ang="0">
                    <a:pos x="26" y="0"/>
                  </a:cxn>
                </a:cxnLst>
                <a:rect l="0" t="0" r="r" b="b"/>
                <a:pathLst>
                  <a:path w="208" h="607">
                    <a:moveTo>
                      <a:pt x="26" y="0"/>
                    </a:moveTo>
                    <a:lnTo>
                      <a:pt x="27" y="0"/>
                    </a:lnTo>
                    <a:lnTo>
                      <a:pt x="32" y="2"/>
                    </a:lnTo>
                    <a:lnTo>
                      <a:pt x="38" y="5"/>
                    </a:lnTo>
                    <a:lnTo>
                      <a:pt x="47" y="8"/>
                    </a:lnTo>
                    <a:lnTo>
                      <a:pt x="56" y="12"/>
                    </a:lnTo>
                    <a:lnTo>
                      <a:pt x="67" y="16"/>
                    </a:lnTo>
                    <a:lnTo>
                      <a:pt x="90" y="23"/>
                    </a:lnTo>
                    <a:lnTo>
                      <a:pt x="102" y="26"/>
                    </a:lnTo>
                    <a:lnTo>
                      <a:pt x="114" y="27"/>
                    </a:lnTo>
                    <a:lnTo>
                      <a:pt x="124" y="28"/>
                    </a:lnTo>
                    <a:lnTo>
                      <a:pt x="125" y="30"/>
                    </a:lnTo>
                    <a:lnTo>
                      <a:pt x="126" y="35"/>
                    </a:lnTo>
                    <a:lnTo>
                      <a:pt x="129" y="43"/>
                    </a:lnTo>
                    <a:lnTo>
                      <a:pt x="133" y="55"/>
                    </a:lnTo>
                    <a:lnTo>
                      <a:pt x="136" y="69"/>
                    </a:lnTo>
                    <a:lnTo>
                      <a:pt x="141" y="87"/>
                    </a:lnTo>
                    <a:lnTo>
                      <a:pt x="147" y="106"/>
                    </a:lnTo>
                    <a:lnTo>
                      <a:pt x="152" y="128"/>
                    </a:lnTo>
                    <a:lnTo>
                      <a:pt x="158" y="152"/>
                    </a:lnTo>
                    <a:lnTo>
                      <a:pt x="165" y="179"/>
                    </a:lnTo>
                    <a:lnTo>
                      <a:pt x="171" y="207"/>
                    </a:lnTo>
                    <a:lnTo>
                      <a:pt x="176" y="237"/>
                    </a:lnTo>
                    <a:lnTo>
                      <a:pt x="182" y="269"/>
                    </a:lnTo>
                    <a:lnTo>
                      <a:pt x="188" y="302"/>
                    </a:lnTo>
                    <a:lnTo>
                      <a:pt x="193" y="336"/>
                    </a:lnTo>
                    <a:lnTo>
                      <a:pt x="202" y="407"/>
                    </a:lnTo>
                    <a:lnTo>
                      <a:pt x="205" y="444"/>
                    </a:lnTo>
                    <a:lnTo>
                      <a:pt x="206" y="482"/>
                    </a:lnTo>
                    <a:lnTo>
                      <a:pt x="208" y="519"/>
                    </a:lnTo>
                    <a:lnTo>
                      <a:pt x="208" y="557"/>
                    </a:lnTo>
                    <a:lnTo>
                      <a:pt x="206" y="595"/>
                    </a:lnTo>
                    <a:lnTo>
                      <a:pt x="205" y="595"/>
                    </a:lnTo>
                    <a:lnTo>
                      <a:pt x="199" y="596"/>
                    </a:lnTo>
                    <a:lnTo>
                      <a:pt x="190" y="597"/>
                    </a:lnTo>
                    <a:lnTo>
                      <a:pt x="179" y="599"/>
                    </a:lnTo>
                    <a:lnTo>
                      <a:pt x="165" y="601"/>
                    </a:lnTo>
                    <a:lnTo>
                      <a:pt x="149" y="603"/>
                    </a:lnTo>
                    <a:lnTo>
                      <a:pt x="132" y="605"/>
                    </a:lnTo>
                    <a:lnTo>
                      <a:pt x="114" y="606"/>
                    </a:lnTo>
                    <a:lnTo>
                      <a:pt x="95" y="607"/>
                    </a:lnTo>
                    <a:lnTo>
                      <a:pt x="58" y="607"/>
                    </a:lnTo>
                    <a:lnTo>
                      <a:pt x="40" y="606"/>
                    </a:lnTo>
                    <a:lnTo>
                      <a:pt x="23" y="603"/>
                    </a:lnTo>
                    <a:lnTo>
                      <a:pt x="8" y="600"/>
                    </a:lnTo>
                    <a:lnTo>
                      <a:pt x="8" y="598"/>
                    </a:lnTo>
                    <a:lnTo>
                      <a:pt x="8" y="592"/>
                    </a:lnTo>
                    <a:lnTo>
                      <a:pt x="7" y="582"/>
                    </a:lnTo>
                    <a:lnTo>
                      <a:pt x="7" y="569"/>
                    </a:lnTo>
                    <a:lnTo>
                      <a:pt x="6" y="553"/>
                    </a:lnTo>
                    <a:lnTo>
                      <a:pt x="5" y="535"/>
                    </a:lnTo>
                    <a:lnTo>
                      <a:pt x="4" y="514"/>
                    </a:lnTo>
                    <a:lnTo>
                      <a:pt x="3" y="491"/>
                    </a:lnTo>
                    <a:lnTo>
                      <a:pt x="2" y="467"/>
                    </a:lnTo>
                    <a:lnTo>
                      <a:pt x="2" y="442"/>
                    </a:lnTo>
                    <a:lnTo>
                      <a:pt x="0" y="416"/>
                    </a:lnTo>
                    <a:lnTo>
                      <a:pt x="0" y="389"/>
                    </a:lnTo>
                    <a:lnTo>
                      <a:pt x="0" y="362"/>
                    </a:lnTo>
                    <a:lnTo>
                      <a:pt x="0" y="285"/>
                    </a:lnTo>
                    <a:lnTo>
                      <a:pt x="0" y="261"/>
                    </a:lnTo>
                    <a:lnTo>
                      <a:pt x="2" y="239"/>
                    </a:lnTo>
                    <a:lnTo>
                      <a:pt x="4" y="210"/>
                    </a:lnTo>
                    <a:lnTo>
                      <a:pt x="6" y="182"/>
                    </a:lnTo>
                    <a:lnTo>
                      <a:pt x="8" y="155"/>
                    </a:lnTo>
                    <a:lnTo>
                      <a:pt x="11" y="129"/>
                    </a:lnTo>
                    <a:lnTo>
                      <a:pt x="13" y="105"/>
                    </a:lnTo>
                    <a:lnTo>
                      <a:pt x="16" y="83"/>
                    </a:lnTo>
                    <a:lnTo>
                      <a:pt x="18" y="63"/>
                    </a:lnTo>
                    <a:lnTo>
                      <a:pt x="20" y="44"/>
                    </a:lnTo>
                    <a:lnTo>
                      <a:pt x="23" y="29"/>
                    </a:lnTo>
                    <a:lnTo>
                      <a:pt x="24" y="16"/>
                    </a:lnTo>
                    <a:lnTo>
                      <a:pt x="25" y="7"/>
                    </a:lnTo>
                    <a:lnTo>
                      <a:pt x="26" y="2"/>
                    </a:lnTo>
                    <a:lnTo>
                      <a:pt x="2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21"/>
              <p:cNvSpPr>
                <a:spLocks/>
              </p:cNvSpPr>
              <p:nvPr/>
            </p:nvSpPr>
            <p:spPr bwMode="auto">
              <a:xfrm>
                <a:off x="8861425" y="3640138"/>
                <a:ext cx="131762" cy="49213"/>
              </a:xfrm>
              <a:custGeom>
                <a:avLst/>
                <a:gdLst/>
                <a:ahLst/>
                <a:cxnLst>
                  <a:cxn ang="0">
                    <a:pos x="80" y="0"/>
                  </a:cxn>
                  <a:cxn ang="0">
                    <a:pos x="83" y="18"/>
                  </a:cxn>
                  <a:cxn ang="0">
                    <a:pos x="3" y="31"/>
                  </a:cxn>
                  <a:cxn ang="0">
                    <a:pos x="0" y="10"/>
                  </a:cxn>
                  <a:cxn ang="0">
                    <a:pos x="80" y="0"/>
                  </a:cxn>
                </a:cxnLst>
                <a:rect l="0" t="0" r="r" b="b"/>
                <a:pathLst>
                  <a:path w="83" h="31">
                    <a:moveTo>
                      <a:pt x="80" y="0"/>
                    </a:moveTo>
                    <a:lnTo>
                      <a:pt x="83" y="18"/>
                    </a:lnTo>
                    <a:lnTo>
                      <a:pt x="3" y="31"/>
                    </a:lnTo>
                    <a:lnTo>
                      <a:pt x="0" y="1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22"/>
              <p:cNvSpPr>
                <a:spLocks/>
              </p:cNvSpPr>
              <p:nvPr/>
            </p:nvSpPr>
            <p:spPr bwMode="auto">
              <a:xfrm>
                <a:off x="8475663" y="3967163"/>
                <a:ext cx="196850" cy="188913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57" y="1"/>
                  </a:cxn>
                  <a:cxn ang="0">
                    <a:pos x="69" y="2"/>
                  </a:cxn>
                  <a:cxn ang="0">
                    <a:pos x="80" y="6"/>
                  </a:cxn>
                  <a:cxn ang="0">
                    <a:pos x="94" y="14"/>
                  </a:cxn>
                  <a:cxn ang="0">
                    <a:pos x="104" y="21"/>
                  </a:cxn>
                  <a:cxn ang="0">
                    <a:pos x="112" y="28"/>
                  </a:cxn>
                  <a:cxn ang="0">
                    <a:pos x="117" y="36"/>
                  </a:cxn>
                  <a:cxn ang="0">
                    <a:pos x="121" y="42"/>
                  </a:cxn>
                  <a:cxn ang="0">
                    <a:pos x="123" y="47"/>
                  </a:cxn>
                  <a:cxn ang="0">
                    <a:pos x="124" y="50"/>
                  </a:cxn>
                  <a:cxn ang="0">
                    <a:pos x="124" y="51"/>
                  </a:cxn>
                  <a:cxn ang="0">
                    <a:pos x="123" y="52"/>
                  </a:cxn>
                  <a:cxn ang="0">
                    <a:pos x="123" y="57"/>
                  </a:cxn>
                  <a:cxn ang="0">
                    <a:pos x="118" y="70"/>
                  </a:cxn>
                  <a:cxn ang="0">
                    <a:pos x="115" y="78"/>
                  </a:cxn>
                  <a:cxn ang="0">
                    <a:pos x="110" y="86"/>
                  </a:cxn>
                  <a:cxn ang="0">
                    <a:pos x="105" y="95"/>
                  </a:cxn>
                  <a:cxn ang="0">
                    <a:pos x="99" y="103"/>
                  </a:cxn>
                  <a:cxn ang="0">
                    <a:pos x="92" y="110"/>
                  </a:cxn>
                  <a:cxn ang="0">
                    <a:pos x="84" y="115"/>
                  </a:cxn>
                  <a:cxn ang="0">
                    <a:pos x="74" y="118"/>
                  </a:cxn>
                  <a:cxn ang="0">
                    <a:pos x="64" y="119"/>
                  </a:cxn>
                  <a:cxn ang="0">
                    <a:pos x="53" y="116"/>
                  </a:cxn>
                  <a:cxn ang="0">
                    <a:pos x="40" y="111"/>
                  </a:cxn>
                  <a:cxn ang="0">
                    <a:pos x="29" y="103"/>
                  </a:cxn>
                  <a:cxn ang="0">
                    <a:pos x="20" y="95"/>
                  </a:cxn>
                  <a:cxn ang="0">
                    <a:pos x="13" y="85"/>
                  </a:cxn>
                  <a:cxn ang="0">
                    <a:pos x="8" y="75"/>
                  </a:cxn>
                  <a:cxn ang="0">
                    <a:pos x="5" y="65"/>
                  </a:cxn>
                  <a:cxn ang="0">
                    <a:pos x="2" y="54"/>
                  </a:cxn>
                  <a:cxn ang="0">
                    <a:pos x="1" y="44"/>
                  </a:cxn>
                  <a:cxn ang="0">
                    <a:pos x="0" y="35"/>
                  </a:cxn>
                  <a:cxn ang="0">
                    <a:pos x="0" y="20"/>
                  </a:cxn>
                  <a:cxn ang="0">
                    <a:pos x="1" y="14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3" y="9"/>
                  </a:cxn>
                  <a:cxn ang="0">
                    <a:pos x="8" y="7"/>
                  </a:cxn>
                  <a:cxn ang="0">
                    <a:pos x="14" y="5"/>
                  </a:cxn>
                  <a:cxn ang="0">
                    <a:pos x="23" y="3"/>
                  </a:cxn>
                  <a:cxn ang="0">
                    <a:pos x="33" y="1"/>
                  </a:cxn>
                  <a:cxn ang="0">
                    <a:pos x="45" y="0"/>
                  </a:cxn>
                </a:cxnLst>
                <a:rect l="0" t="0" r="r" b="b"/>
                <a:pathLst>
                  <a:path w="124" h="119">
                    <a:moveTo>
                      <a:pt x="45" y="0"/>
                    </a:moveTo>
                    <a:lnTo>
                      <a:pt x="57" y="1"/>
                    </a:lnTo>
                    <a:lnTo>
                      <a:pt x="69" y="2"/>
                    </a:lnTo>
                    <a:lnTo>
                      <a:pt x="80" y="6"/>
                    </a:lnTo>
                    <a:lnTo>
                      <a:pt x="94" y="14"/>
                    </a:lnTo>
                    <a:lnTo>
                      <a:pt x="104" y="21"/>
                    </a:lnTo>
                    <a:lnTo>
                      <a:pt x="112" y="28"/>
                    </a:lnTo>
                    <a:lnTo>
                      <a:pt x="117" y="36"/>
                    </a:lnTo>
                    <a:lnTo>
                      <a:pt x="121" y="42"/>
                    </a:lnTo>
                    <a:lnTo>
                      <a:pt x="123" y="47"/>
                    </a:lnTo>
                    <a:lnTo>
                      <a:pt x="124" y="50"/>
                    </a:lnTo>
                    <a:lnTo>
                      <a:pt x="124" y="51"/>
                    </a:lnTo>
                    <a:lnTo>
                      <a:pt x="123" y="52"/>
                    </a:lnTo>
                    <a:lnTo>
                      <a:pt x="123" y="57"/>
                    </a:lnTo>
                    <a:lnTo>
                      <a:pt x="118" y="70"/>
                    </a:lnTo>
                    <a:lnTo>
                      <a:pt x="115" y="78"/>
                    </a:lnTo>
                    <a:lnTo>
                      <a:pt x="110" y="86"/>
                    </a:lnTo>
                    <a:lnTo>
                      <a:pt x="105" y="95"/>
                    </a:lnTo>
                    <a:lnTo>
                      <a:pt x="99" y="103"/>
                    </a:lnTo>
                    <a:lnTo>
                      <a:pt x="92" y="110"/>
                    </a:lnTo>
                    <a:lnTo>
                      <a:pt x="84" y="115"/>
                    </a:lnTo>
                    <a:lnTo>
                      <a:pt x="74" y="118"/>
                    </a:lnTo>
                    <a:lnTo>
                      <a:pt x="64" y="119"/>
                    </a:lnTo>
                    <a:lnTo>
                      <a:pt x="53" y="116"/>
                    </a:lnTo>
                    <a:lnTo>
                      <a:pt x="40" y="111"/>
                    </a:lnTo>
                    <a:lnTo>
                      <a:pt x="29" y="103"/>
                    </a:lnTo>
                    <a:lnTo>
                      <a:pt x="20" y="95"/>
                    </a:lnTo>
                    <a:lnTo>
                      <a:pt x="13" y="85"/>
                    </a:lnTo>
                    <a:lnTo>
                      <a:pt x="8" y="75"/>
                    </a:lnTo>
                    <a:lnTo>
                      <a:pt x="5" y="65"/>
                    </a:lnTo>
                    <a:lnTo>
                      <a:pt x="2" y="54"/>
                    </a:lnTo>
                    <a:lnTo>
                      <a:pt x="1" y="44"/>
                    </a:lnTo>
                    <a:lnTo>
                      <a:pt x="0" y="35"/>
                    </a:lnTo>
                    <a:lnTo>
                      <a:pt x="0" y="20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3" y="9"/>
                    </a:lnTo>
                    <a:lnTo>
                      <a:pt x="8" y="7"/>
                    </a:lnTo>
                    <a:lnTo>
                      <a:pt x="14" y="5"/>
                    </a:lnTo>
                    <a:lnTo>
                      <a:pt x="23" y="3"/>
                    </a:lnTo>
                    <a:lnTo>
                      <a:pt x="33" y="1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23"/>
              <p:cNvSpPr>
                <a:spLocks noEditPoints="1"/>
              </p:cNvSpPr>
              <p:nvPr/>
            </p:nvSpPr>
            <p:spPr bwMode="auto">
              <a:xfrm>
                <a:off x="8475663" y="3976688"/>
                <a:ext cx="204787" cy="176213"/>
              </a:xfrm>
              <a:custGeom>
                <a:avLst/>
                <a:gdLst/>
                <a:ahLst/>
                <a:cxnLst>
                  <a:cxn ang="0">
                    <a:pos x="53" y="110"/>
                  </a:cxn>
                  <a:cxn ang="0">
                    <a:pos x="54" y="111"/>
                  </a:cxn>
                  <a:cxn ang="0">
                    <a:pos x="53" y="111"/>
                  </a:cxn>
                  <a:cxn ang="0">
                    <a:pos x="53" y="110"/>
                  </a:cxn>
                  <a:cxn ang="0">
                    <a:pos x="34" y="0"/>
                  </a:cxn>
                  <a:cxn ang="0">
                    <a:pos x="46" y="0"/>
                  </a:cxn>
                  <a:cxn ang="0">
                    <a:pos x="58" y="3"/>
                  </a:cxn>
                  <a:cxn ang="0">
                    <a:pos x="71" y="6"/>
                  </a:cxn>
                  <a:cxn ang="0">
                    <a:pos x="82" y="10"/>
                  </a:cxn>
                  <a:cxn ang="0">
                    <a:pos x="94" y="13"/>
                  </a:cxn>
                  <a:cxn ang="0">
                    <a:pos x="105" y="16"/>
                  </a:cxn>
                  <a:cxn ang="0">
                    <a:pos x="115" y="17"/>
                  </a:cxn>
                  <a:cxn ang="0">
                    <a:pos x="123" y="19"/>
                  </a:cxn>
                  <a:cxn ang="0">
                    <a:pos x="128" y="20"/>
                  </a:cxn>
                  <a:cxn ang="0">
                    <a:pos x="129" y="20"/>
                  </a:cxn>
                  <a:cxn ang="0">
                    <a:pos x="129" y="22"/>
                  </a:cxn>
                  <a:cxn ang="0">
                    <a:pos x="128" y="25"/>
                  </a:cxn>
                  <a:cxn ang="0">
                    <a:pos x="127" y="31"/>
                  </a:cxn>
                  <a:cxn ang="0">
                    <a:pos x="126" y="37"/>
                  </a:cxn>
                  <a:cxn ang="0">
                    <a:pos x="124" y="42"/>
                  </a:cxn>
                  <a:cxn ang="0">
                    <a:pos x="124" y="45"/>
                  </a:cxn>
                  <a:cxn ang="0">
                    <a:pos x="108" y="47"/>
                  </a:cxn>
                  <a:cxn ang="0">
                    <a:pos x="90" y="48"/>
                  </a:cxn>
                  <a:cxn ang="0">
                    <a:pos x="71" y="48"/>
                  </a:cxn>
                  <a:cxn ang="0">
                    <a:pos x="51" y="47"/>
                  </a:cxn>
                  <a:cxn ang="0">
                    <a:pos x="32" y="45"/>
                  </a:cxn>
                  <a:cxn ang="0">
                    <a:pos x="14" y="43"/>
                  </a:cxn>
                  <a:cxn ang="0">
                    <a:pos x="14" y="47"/>
                  </a:cxn>
                  <a:cxn ang="0">
                    <a:pos x="15" y="52"/>
                  </a:cxn>
                  <a:cxn ang="0">
                    <a:pos x="16" y="59"/>
                  </a:cxn>
                  <a:cxn ang="0">
                    <a:pos x="19" y="67"/>
                  </a:cxn>
                  <a:cxn ang="0">
                    <a:pos x="24" y="77"/>
                  </a:cxn>
                  <a:cxn ang="0">
                    <a:pos x="31" y="88"/>
                  </a:cxn>
                  <a:cxn ang="0">
                    <a:pos x="41" y="99"/>
                  </a:cxn>
                  <a:cxn ang="0">
                    <a:pos x="53" y="110"/>
                  </a:cxn>
                  <a:cxn ang="0">
                    <a:pos x="53" y="110"/>
                  </a:cxn>
                  <a:cxn ang="0">
                    <a:pos x="40" y="105"/>
                  </a:cxn>
                  <a:cxn ang="0">
                    <a:pos x="29" y="97"/>
                  </a:cxn>
                  <a:cxn ang="0">
                    <a:pos x="20" y="89"/>
                  </a:cxn>
                  <a:cxn ang="0">
                    <a:pos x="13" y="79"/>
                  </a:cxn>
                  <a:cxn ang="0">
                    <a:pos x="8" y="69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1" y="38"/>
                  </a:cxn>
                  <a:cxn ang="0">
                    <a:pos x="0" y="29"/>
                  </a:cxn>
                  <a:cxn ang="0">
                    <a:pos x="0" y="14"/>
                  </a:cxn>
                  <a:cxn ang="0">
                    <a:pos x="1" y="8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3"/>
                  </a:cxn>
                  <a:cxn ang="0">
                    <a:pos x="8" y="2"/>
                  </a:cxn>
                  <a:cxn ang="0">
                    <a:pos x="14" y="1"/>
                  </a:cxn>
                  <a:cxn ang="0">
                    <a:pos x="23" y="0"/>
                  </a:cxn>
                  <a:cxn ang="0">
                    <a:pos x="34" y="0"/>
                  </a:cxn>
                </a:cxnLst>
                <a:rect l="0" t="0" r="r" b="b"/>
                <a:pathLst>
                  <a:path w="129" h="111">
                    <a:moveTo>
                      <a:pt x="53" y="110"/>
                    </a:moveTo>
                    <a:lnTo>
                      <a:pt x="54" y="111"/>
                    </a:lnTo>
                    <a:lnTo>
                      <a:pt x="53" y="111"/>
                    </a:lnTo>
                    <a:lnTo>
                      <a:pt x="53" y="110"/>
                    </a:lnTo>
                    <a:close/>
                    <a:moveTo>
                      <a:pt x="34" y="0"/>
                    </a:moveTo>
                    <a:lnTo>
                      <a:pt x="46" y="0"/>
                    </a:lnTo>
                    <a:lnTo>
                      <a:pt x="58" y="3"/>
                    </a:lnTo>
                    <a:lnTo>
                      <a:pt x="71" y="6"/>
                    </a:lnTo>
                    <a:lnTo>
                      <a:pt x="82" y="10"/>
                    </a:lnTo>
                    <a:lnTo>
                      <a:pt x="94" y="13"/>
                    </a:lnTo>
                    <a:lnTo>
                      <a:pt x="105" y="16"/>
                    </a:lnTo>
                    <a:lnTo>
                      <a:pt x="115" y="17"/>
                    </a:lnTo>
                    <a:lnTo>
                      <a:pt x="123" y="19"/>
                    </a:lnTo>
                    <a:lnTo>
                      <a:pt x="128" y="20"/>
                    </a:lnTo>
                    <a:lnTo>
                      <a:pt x="129" y="20"/>
                    </a:lnTo>
                    <a:lnTo>
                      <a:pt x="129" y="22"/>
                    </a:lnTo>
                    <a:lnTo>
                      <a:pt x="128" y="25"/>
                    </a:lnTo>
                    <a:lnTo>
                      <a:pt x="127" y="31"/>
                    </a:lnTo>
                    <a:lnTo>
                      <a:pt x="126" y="37"/>
                    </a:lnTo>
                    <a:lnTo>
                      <a:pt x="124" y="42"/>
                    </a:lnTo>
                    <a:lnTo>
                      <a:pt x="124" y="45"/>
                    </a:lnTo>
                    <a:lnTo>
                      <a:pt x="108" y="47"/>
                    </a:lnTo>
                    <a:lnTo>
                      <a:pt x="90" y="48"/>
                    </a:lnTo>
                    <a:lnTo>
                      <a:pt x="71" y="48"/>
                    </a:lnTo>
                    <a:lnTo>
                      <a:pt x="51" y="47"/>
                    </a:lnTo>
                    <a:lnTo>
                      <a:pt x="32" y="45"/>
                    </a:lnTo>
                    <a:lnTo>
                      <a:pt x="14" y="43"/>
                    </a:lnTo>
                    <a:lnTo>
                      <a:pt x="14" y="47"/>
                    </a:lnTo>
                    <a:lnTo>
                      <a:pt x="15" y="52"/>
                    </a:lnTo>
                    <a:lnTo>
                      <a:pt x="16" y="59"/>
                    </a:lnTo>
                    <a:lnTo>
                      <a:pt x="19" y="67"/>
                    </a:lnTo>
                    <a:lnTo>
                      <a:pt x="24" y="77"/>
                    </a:lnTo>
                    <a:lnTo>
                      <a:pt x="31" y="88"/>
                    </a:lnTo>
                    <a:lnTo>
                      <a:pt x="41" y="99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40" y="105"/>
                    </a:lnTo>
                    <a:lnTo>
                      <a:pt x="29" y="97"/>
                    </a:lnTo>
                    <a:lnTo>
                      <a:pt x="20" y="89"/>
                    </a:lnTo>
                    <a:lnTo>
                      <a:pt x="13" y="79"/>
                    </a:lnTo>
                    <a:lnTo>
                      <a:pt x="8" y="69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1" y="38"/>
                    </a:lnTo>
                    <a:lnTo>
                      <a:pt x="0" y="2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8" y="2"/>
                    </a:lnTo>
                    <a:lnTo>
                      <a:pt x="14" y="1"/>
                    </a:lnTo>
                    <a:lnTo>
                      <a:pt x="23" y="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24"/>
              <p:cNvSpPr>
                <a:spLocks/>
              </p:cNvSpPr>
              <p:nvPr/>
            </p:nvSpPr>
            <p:spPr bwMode="auto">
              <a:xfrm>
                <a:off x="8456613" y="3228975"/>
                <a:ext cx="354012" cy="798513"/>
              </a:xfrm>
              <a:custGeom>
                <a:avLst/>
                <a:gdLst/>
                <a:ahLst/>
                <a:cxnLst>
                  <a:cxn ang="0">
                    <a:pos x="194" y="0"/>
                  </a:cxn>
                  <a:cxn ang="0">
                    <a:pos x="223" y="226"/>
                  </a:cxn>
                  <a:cxn ang="0">
                    <a:pos x="222" y="227"/>
                  </a:cxn>
                  <a:cxn ang="0">
                    <a:pos x="219" y="231"/>
                  </a:cxn>
                  <a:cxn ang="0">
                    <a:pos x="216" y="236"/>
                  </a:cxn>
                  <a:cxn ang="0">
                    <a:pos x="212" y="243"/>
                  </a:cxn>
                  <a:cxn ang="0">
                    <a:pos x="207" y="252"/>
                  </a:cxn>
                  <a:cxn ang="0">
                    <a:pos x="202" y="263"/>
                  </a:cxn>
                  <a:cxn ang="0">
                    <a:pos x="195" y="274"/>
                  </a:cxn>
                  <a:cxn ang="0">
                    <a:pos x="189" y="287"/>
                  </a:cxn>
                  <a:cxn ang="0">
                    <a:pos x="183" y="301"/>
                  </a:cxn>
                  <a:cxn ang="0">
                    <a:pos x="176" y="315"/>
                  </a:cxn>
                  <a:cxn ang="0">
                    <a:pos x="176" y="317"/>
                  </a:cxn>
                  <a:cxn ang="0">
                    <a:pos x="175" y="322"/>
                  </a:cxn>
                  <a:cxn ang="0">
                    <a:pos x="174" y="330"/>
                  </a:cxn>
                  <a:cxn ang="0">
                    <a:pos x="172" y="340"/>
                  </a:cxn>
                  <a:cxn ang="0">
                    <a:pos x="170" y="352"/>
                  </a:cxn>
                  <a:cxn ang="0">
                    <a:pos x="168" y="367"/>
                  </a:cxn>
                  <a:cxn ang="0">
                    <a:pos x="165" y="382"/>
                  </a:cxn>
                  <a:cxn ang="0">
                    <a:pos x="160" y="414"/>
                  </a:cxn>
                  <a:cxn ang="0">
                    <a:pos x="157" y="430"/>
                  </a:cxn>
                  <a:cxn ang="0">
                    <a:pos x="156" y="445"/>
                  </a:cxn>
                  <a:cxn ang="0">
                    <a:pos x="153" y="460"/>
                  </a:cxn>
                  <a:cxn ang="0">
                    <a:pos x="151" y="473"/>
                  </a:cxn>
                  <a:cxn ang="0">
                    <a:pos x="149" y="484"/>
                  </a:cxn>
                  <a:cxn ang="0">
                    <a:pos x="148" y="493"/>
                  </a:cxn>
                  <a:cxn ang="0">
                    <a:pos x="148" y="499"/>
                  </a:cxn>
                  <a:cxn ang="0">
                    <a:pos x="148" y="502"/>
                  </a:cxn>
                  <a:cxn ang="0">
                    <a:pos x="147" y="502"/>
                  </a:cxn>
                  <a:cxn ang="0">
                    <a:pos x="144" y="503"/>
                  </a:cxn>
                  <a:cxn ang="0">
                    <a:pos x="116" y="503"/>
                  </a:cxn>
                  <a:cxn ang="0">
                    <a:pos x="104" y="501"/>
                  </a:cxn>
                  <a:cxn ang="0">
                    <a:pos x="89" y="500"/>
                  </a:cxn>
                  <a:cxn ang="0">
                    <a:pos x="71" y="499"/>
                  </a:cxn>
                  <a:cxn ang="0">
                    <a:pos x="50" y="496"/>
                  </a:cxn>
                  <a:cxn ang="0">
                    <a:pos x="26" y="493"/>
                  </a:cxn>
                  <a:cxn ang="0">
                    <a:pos x="0" y="488"/>
                  </a:cxn>
                  <a:cxn ang="0">
                    <a:pos x="0" y="487"/>
                  </a:cxn>
                  <a:cxn ang="0">
                    <a:pos x="1" y="480"/>
                  </a:cxn>
                  <a:cxn ang="0">
                    <a:pos x="2" y="471"/>
                  </a:cxn>
                  <a:cxn ang="0">
                    <a:pos x="3" y="458"/>
                  </a:cxn>
                  <a:cxn ang="0">
                    <a:pos x="5" y="444"/>
                  </a:cxn>
                  <a:cxn ang="0">
                    <a:pos x="7" y="427"/>
                  </a:cxn>
                  <a:cxn ang="0">
                    <a:pos x="9" y="409"/>
                  </a:cxn>
                  <a:cxn ang="0">
                    <a:pos x="12" y="390"/>
                  </a:cxn>
                  <a:cxn ang="0">
                    <a:pos x="15" y="371"/>
                  </a:cxn>
                  <a:cxn ang="0">
                    <a:pos x="18" y="351"/>
                  </a:cxn>
                  <a:cxn ang="0">
                    <a:pos x="21" y="332"/>
                  </a:cxn>
                  <a:cxn ang="0">
                    <a:pos x="25" y="314"/>
                  </a:cxn>
                  <a:cxn ang="0">
                    <a:pos x="28" y="298"/>
                  </a:cxn>
                  <a:cxn ang="0">
                    <a:pos x="39" y="256"/>
                  </a:cxn>
                  <a:cxn ang="0">
                    <a:pos x="51" y="218"/>
                  </a:cxn>
                  <a:cxn ang="0">
                    <a:pos x="63" y="184"/>
                  </a:cxn>
                  <a:cxn ang="0">
                    <a:pos x="76" y="153"/>
                  </a:cxn>
                  <a:cxn ang="0">
                    <a:pos x="90" y="125"/>
                  </a:cxn>
                  <a:cxn ang="0">
                    <a:pos x="104" y="99"/>
                  </a:cxn>
                  <a:cxn ang="0">
                    <a:pos x="120" y="76"/>
                  </a:cxn>
                  <a:cxn ang="0">
                    <a:pos x="137" y="55"/>
                  </a:cxn>
                  <a:cxn ang="0">
                    <a:pos x="155" y="35"/>
                  </a:cxn>
                  <a:cxn ang="0">
                    <a:pos x="174" y="17"/>
                  </a:cxn>
                  <a:cxn ang="0">
                    <a:pos x="194" y="0"/>
                  </a:cxn>
                </a:cxnLst>
                <a:rect l="0" t="0" r="r" b="b"/>
                <a:pathLst>
                  <a:path w="223" h="503">
                    <a:moveTo>
                      <a:pt x="194" y="0"/>
                    </a:moveTo>
                    <a:lnTo>
                      <a:pt x="223" y="226"/>
                    </a:lnTo>
                    <a:lnTo>
                      <a:pt x="222" y="227"/>
                    </a:lnTo>
                    <a:lnTo>
                      <a:pt x="219" y="231"/>
                    </a:lnTo>
                    <a:lnTo>
                      <a:pt x="216" y="236"/>
                    </a:lnTo>
                    <a:lnTo>
                      <a:pt x="212" y="243"/>
                    </a:lnTo>
                    <a:lnTo>
                      <a:pt x="207" y="252"/>
                    </a:lnTo>
                    <a:lnTo>
                      <a:pt x="202" y="263"/>
                    </a:lnTo>
                    <a:lnTo>
                      <a:pt x="195" y="274"/>
                    </a:lnTo>
                    <a:lnTo>
                      <a:pt x="189" y="287"/>
                    </a:lnTo>
                    <a:lnTo>
                      <a:pt x="183" y="301"/>
                    </a:lnTo>
                    <a:lnTo>
                      <a:pt x="176" y="315"/>
                    </a:lnTo>
                    <a:lnTo>
                      <a:pt x="176" y="317"/>
                    </a:lnTo>
                    <a:lnTo>
                      <a:pt x="175" y="322"/>
                    </a:lnTo>
                    <a:lnTo>
                      <a:pt x="174" y="330"/>
                    </a:lnTo>
                    <a:lnTo>
                      <a:pt x="172" y="340"/>
                    </a:lnTo>
                    <a:lnTo>
                      <a:pt x="170" y="352"/>
                    </a:lnTo>
                    <a:lnTo>
                      <a:pt x="168" y="367"/>
                    </a:lnTo>
                    <a:lnTo>
                      <a:pt x="165" y="382"/>
                    </a:lnTo>
                    <a:lnTo>
                      <a:pt x="160" y="414"/>
                    </a:lnTo>
                    <a:lnTo>
                      <a:pt x="157" y="430"/>
                    </a:lnTo>
                    <a:lnTo>
                      <a:pt x="156" y="445"/>
                    </a:lnTo>
                    <a:lnTo>
                      <a:pt x="153" y="460"/>
                    </a:lnTo>
                    <a:lnTo>
                      <a:pt x="151" y="473"/>
                    </a:lnTo>
                    <a:lnTo>
                      <a:pt x="149" y="484"/>
                    </a:lnTo>
                    <a:lnTo>
                      <a:pt x="148" y="493"/>
                    </a:lnTo>
                    <a:lnTo>
                      <a:pt x="148" y="499"/>
                    </a:lnTo>
                    <a:lnTo>
                      <a:pt x="148" y="502"/>
                    </a:lnTo>
                    <a:lnTo>
                      <a:pt x="147" y="502"/>
                    </a:lnTo>
                    <a:lnTo>
                      <a:pt x="144" y="503"/>
                    </a:lnTo>
                    <a:lnTo>
                      <a:pt x="116" y="503"/>
                    </a:lnTo>
                    <a:lnTo>
                      <a:pt x="104" y="501"/>
                    </a:lnTo>
                    <a:lnTo>
                      <a:pt x="89" y="500"/>
                    </a:lnTo>
                    <a:lnTo>
                      <a:pt x="71" y="499"/>
                    </a:lnTo>
                    <a:lnTo>
                      <a:pt x="50" y="496"/>
                    </a:lnTo>
                    <a:lnTo>
                      <a:pt x="26" y="493"/>
                    </a:lnTo>
                    <a:lnTo>
                      <a:pt x="0" y="488"/>
                    </a:lnTo>
                    <a:lnTo>
                      <a:pt x="0" y="487"/>
                    </a:lnTo>
                    <a:lnTo>
                      <a:pt x="1" y="480"/>
                    </a:lnTo>
                    <a:lnTo>
                      <a:pt x="2" y="471"/>
                    </a:lnTo>
                    <a:lnTo>
                      <a:pt x="3" y="458"/>
                    </a:lnTo>
                    <a:lnTo>
                      <a:pt x="5" y="444"/>
                    </a:lnTo>
                    <a:lnTo>
                      <a:pt x="7" y="427"/>
                    </a:lnTo>
                    <a:lnTo>
                      <a:pt x="9" y="409"/>
                    </a:lnTo>
                    <a:lnTo>
                      <a:pt x="12" y="390"/>
                    </a:lnTo>
                    <a:lnTo>
                      <a:pt x="15" y="371"/>
                    </a:lnTo>
                    <a:lnTo>
                      <a:pt x="18" y="351"/>
                    </a:lnTo>
                    <a:lnTo>
                      <a:pt x="21" y="332"/>
                    </a:lnTo>
                    <a:lnTo>
                      <a:pt x="25" y="314"/>
                    </a:lnTo>
                    <a:lnTo>
                      <a:pt x="28" y="298"/>
                    </a:lnTo>
                    <a:lnTo>
                      <a:pt x="39" y="256"/>
                    </a:lnTo>
                    <a:lnTo>
                      <a:pt x="51" y="218"/>
                    </a:lnTo>
                    <a:lnTo>
                      <a:pt x="63" y="184"/>
                    </a:lnTo>
                    <a:lnTo>
                      <a:pt x="76" y="153"/>
                    </a:lnTo>
                    <a:lnTo>
                      <a:pt x="90" y="125"/>
                    </a:lnTo>
                    <a:lnTo>
                      <a:pt x="104" y="99"/>
                    </a:lnTo>
                    <a:lnTo>
                      <a:pt x="120" y="76"/>
                    </a:lnTo>
                    <a:lnTo>
                      <a:pt x="137" y="55"/>
                    </a:lnTo>
                    <a:lnTo>
                      <a:pt x="155" y="35"/>
                    </a:lnTo>
                    <a:lnTo>
                      <a:pt x="174" y="17"/>
                    </a:lnTo>
                    <a:lnTo>
                      <a:pt x="1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25"/>
              <p:cNvSpPr>
                <a:spLocks/>
              </p:cNvSpPr>
              <p:nvPr/>
            </p:nvSpPr>
            <p:spPr bwMode="auto">
              <a:xfrm>
                <a:off x="8629650" y="2335213"/>
                <a:ext cx="850900" cy="839788"/>
              </a:xfrm>
              <a:custGeom>
                <a:avLst/>
                <a:gdLst/>
                <a:ahLst/>
                <a:cxnLst>
                  <a:cxn ang="0">
                    <a:pos x="280" y="2"/>
                  </a:cxn>
                  <a:cxn ang="0">
                    <a:pos x="334" y="15"/>
                  </a:cxn>
                  <a:cxn ang="0">
                    <a:pos x="389" y="39"/>
                  </a:cxn>
                  <a:cxn ang="0">
                    <a:pos x="429" y="63"/>
                  </a:cxn>
                  <a:cxn ang="0">
                    <a:pos x="463" y="92"/>
                  </a:cxn>
                  <a:cxn ang="0">
                    <a:pos x="493" y="134"/>
                  </a:cxn>
                  <a:cxn ang="0">
                    <a:pos x="516" y="185"/>
                  </a:cxn>
                  <a:cxn ang="0">
                    <a:pos x="530" y="239"/>
                  </a:cxn>
                  <a:cxn ang="0">
                    <a:pos x="536" y="292"/>
                  </a:cxn>
                  <a:cxn ang="0">
                    <a:pos x="532" y="344"/>
                  </a:cxn>
                  <a:cxn ang="0">
                    <a:pos x="520" y="390"/>
                  </a:cxn>
                  <a:cxn ang="0">
                    <a:pos x="497" y="433"/>
                  </a:cxn>
                  <a:cxn ang="0">
                    <a:pos x="463" y="470"/>
                  </a:cxn>
                  <a:cxn ang="0">
                    <a:pos x="424" y="498"/>
                  </a:cxn>
                  <a:cxn ang="0">
                    <a:pos x="379" y="517"/>
                  </a:cxn>
                  <a:cxn ang="0">
                    <a:pos x="331" y="527"/>
                  </a:cxn>
                  <a:cxn ang="0">
                    <a:pos x="280" y="528"/>
                  </a:cxn>
                  <a:cxn ang="0">
                    <a:pos x="227" y="519"/>
                  </a:cxn>
                  <a:cxn ang="0">
                    <a:pos x="175" y="501"/>
                  </a:cxn>
                  <a:cxn ang="0">
                    <a:pos x="125" y="473"/>
                  </a:cxn>
                  <a:cxn ang="0">
                    <a:pos x="82" y="439"/>
                  </a:cxn>
                  <a:cxn ang="0">
                    <a:pos x="47" y="399"/>
                  </a:cxn>
                  <a:cxn ang="0">
                    <a:pos x="19" y="348"/>
                  </a:cxn>
                  <a:cxn ang="0">
                    <a:pos x="3" y="294"/>
                  </a:cxn>
                  <a:cxn ang="0">
                    <a:pos x="1" y="239"/>
                  </a:cxn>
                  <a:cxn ang="0">
                    <a:pos x="11" y="183"/>
                  </a:cxn>
                  <a:cxn ang="0">
                    <a:pos x="35" y="128"/>
                  </a:cxn>
                  <a:cxn ang="0">
                    <a:pos x="67" y="81"/>
                  </a:cxn>
                  <a:cxn ang="0">
                    <a:pos x="107" y="45"/>
                  </a:cxn>
                  <a:cxn ang="0">
                    <a:pos x="152" y="19"/>
                  </a:cxn>
                  <a:cxn ang="0">
                    <a:pos x="201" y="4"/>
                  </a:cxn>
                  <a:cxn ang="0">
                    <a:pos x="253" y="0"/>
                  </a:cxn>
                </a:cxnLst>
                <a:rect l="0" t="0" r="r" b="b"/>
                <a:pathLst>
                  <a:path w="536" h="529">
                    <a:moveTo>
                      <a:pt x="253" y="0"/>
                    </a:moveTo>
                    <a:lnTo>
                      <a:pt x="280" y="2"/>
                    </a:lnTo>
                    <a:lnTo>
                      <a:pt x="307" y="7"/>
                    </a:lnTo>
                    <a:lnTo>
                      <a:pt x="334" y="15"/>
                    </a:lnTo>
                    <a:lnTo>
                      <a:pt x="362" y="25"/>
                    </a:lnTo>
                    <a:lnTo>
                      <a:pt x="389" y="39"/>
                    </a:lnTo>
                    <a:lnTo>
                      <a:pt x="409" y="50"/>
                    </a:lnTo>
                    <a:lnTo>
                      <a:pt x="429" y="63"/>
                    </a:lnTo>
                    <a:lnTo>
                      <a:pt x="447" y="77"/>
                    </a:lnTo>
                    <a:lnTo>
                      <a:pt x="463" y="92"/>
                    </a:lnTo>
                    <a:lnTo>
                      <a:pt x="478" y="110"/>
                    </a:lnTo>
                    <a:lnTo>
                      <a:pt x="493" y="134"/>
                    </a:lnTo>
                    <a:lnTo>
                      <a:pt x="506" y="159"/>
                    </a:lnTo>
                    <a:lnTo>
                      <a:pt x="516" y="185"/>
                    </a:lnTo>
                    <a:lnTo>
                      <a:pt x="524" y="211"/>
                    </a:lnTo>
                    <a:lnTo>
                      <a:pt x="530" y="239"/>
                    </a:lnTo>
                    <a:lnTo>
                      <a:pt x="535" y="266"/>
                    </a:lnTo>
                    <a:lnTo>
                      <a:pt x="536" y="292"/>
                    </a:lnTo>
                    <a:lnTo>
                      <a:pt x="535" y="319"/>
                    </a:lnTo>
                    <a:lnTo>
                      <a:pt x="532" y="344"/>
                    </a:lnTo>
                    <a:lnTo>
                      <a:pt x="527" y="368"/>
                    </a:lnTo>
                    <a:lnTo>
                      <a:pt x="520" y="390"/>
                    </a:lnTo>
                    <a:lnTo>
                      <a:pt x="510" y="411"/>
                    </a:lnTo>
                    <a:lnTo>
                      <a:pt x="497" y="433"/>
                    </a:lnTo>
                    <a:lnTo>
                      <a:pt x="481" y="453"/>
                    </a:lnTo>
                    <a:lnTo>
                      <a:pt x="463" y="470"/>
                    </a:lnTo>
                    <a:lnTo>
                      <a:pt x="444" y="485"/>
                    </a:lnTo>
                    <a:lnTo>
                      <a:pt x="424" y="498"/>
                    </a:lnTo>
                    <a:lnTo>
                      <a:pt x="402" y="509"/>
                    </a:lnTo>
                    <a:lnTo>
                      <a:pt x="379" y="517"/>
                    </a:lnTo>
                    <a:lnTo>
                      <a:pt x="355" y="523"/>
                    </a:lnTo>
                    <a:lnTo>
                      <a:pt x="331" y="527"/>
                    </a:lnTo>
                    <a:lnTo>
                      <a:pt x="305" y="529"/>
                    </a:lnTo>
                    <a:lnTo>
                      <a:pt x="280" y="528"/>
                    </a:lnTo>
                    <a:lnTo>
                      <a:pt x="253" y="525"/>
                    </a:lnTo>
                    <a:lnTo>
                      <a:pt x="227" y="519"/>
                    </a:lnTo>
                    <a:lnTo>
                      <a:pt x="201" y="511"/>
                    </a:lnTo>
                    <a:lnTo>
                      <a:pt x="175" y="501"/>
                    </a:lnTo>
                    <a:lnTo>
                      <a:pt x="149" y="488"/>
                    </a:lnTo>
                    <a:lnTo>
                      <a:pt x="125" y="473"/>
                    </a:lnTo>
                    <a:lnTo>
                      <a:pt x="102" y="457"/>
                    </a:lnTo>
                    <a:lnTo>
                      <a:pt x="82" y="439"/>
                    </a:lnTo>
                    <a:lnTo>
                      <a:pt x="64" y="419"/>
                    </a:lnTo>
                    <a:lnTo>
                      <a:pt x="47" y="399"/>
                    </a:lnTo>
                    <a:lnTo>
                      <a:pt x="31" y="374"/>
                    </a:lnTo>
                    <a:lnTo>
                      <a:pt x="19" y="348"/>
                    </a:lnTo>
                    <a:lnTo>
                      <a:pt x="10" y="321"/>
                    </a:lnTo>
                    <a:lnTo>
                      <a:pt x="3" y="294"/>
                    </a:lnTo>
                    <a:lnTo>
                      <a:pt x="0" y="266"/>
                    </a:lnTo>
                    <a:lnTo>
                      <a:pt x="1" y="239"/>
                    </a:lnTo>
                    <a:lnTo>
                      <a:pt x="5" y="210"/>
                    </a:lnTo>
                    <a:lnTo>
                      <a:pt x="11" y="183"/>
                    </a:lnTo>
                    <a:lnTo>
                      <a:pt x="22" y="155"/>
                    </a:lnTo>
                    <a:lnTo>
                      <a:pt x="35" y="128"/>
                    </a:lnTo>
                    <a:lnTo>
                      <a:pt x="50" y="103"/>
                    </a:lnTo>
                    <a:lnTo>
                      <a:pt x="67" y="81"/>
                    </a:lnTo>
                    <a:lnTo>
                      <a:pt x="86" y="62"/>
                    </a:lnTo>
                    <a:lnTo>
                      <a:pt x="107" y="45"/>
                    </a:lnTo>
                    <a:lnTo>
                      <a:pt x="128" y="31"/>
                    </a:lnTo>
                    <a:lnTo>
                      <a:pt x="152" y="19"/>
                    </a:lnTo>
                    <a:lnTo>
                      <a:pt x="176" y="10"/>
                    </a:lnTo>
                    <a:lnTo>
                      <a:pt x="201" y="4"/>
                    </a:lnTo>
                    <a:lnTo>
                      <a:pt x="227" y="0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FFC89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26"/>
              <p:cNvSpPr>
                <a:spLocks/>
              </p:cNvSpPr>
              <p:nvPr/>
            </p:nvSpPr>
            <p:spPr bwMode="auto">
              <a:xfrm>
                <a:off x="8701088" y="2376488"/>
                <a:ext cx="750887" cy="741363"/>
              </a:xfrm>
              <a:custGeom>
                <a:avLst/>
                <a:gdLst/>
                <a:ahLst/>
                <a:cxnLst>
                  <a:cxn ang="0">
                    <a:pos x="216" y="0"/>
                  </a:cxn>
                  <a:cxn ang="0">
                    <a:pos x="243" y="0"/>
                  </a:cxn>
                  <a:cxn ang="0">
                    <a:pos x="269" y="4"/>
                  </a:cxn>
                  <a:cxn ang="0">
                    <a:pos x="295" y="11"/>
                  </a:cxn>
                  <a:cxn ang="0">
                    <a:pos x="321" y="20"/>
                  </a:cxn>
                  <a:cxn ang="0">
                    <a:pos x="347" y="32"/>
                  </a:cxn>
                  <a:cxn ang="0">
                    <a:pos x="368" y="46"/>
                  </a:cxn>
                  <a:cxn ang="0">
                    <a:pos x="388" y="61"/>
                  </a:cxn>
                  <a:cxn ang="0">
                    <a:pos x="405" y="79"/>
                  </a:cxn>
                  <a:cxn ang="0">
                    <a:pos x="420" y="99"/>
                  </a:cxn>
                  <a:cxn ang="0">
                    <a:pos x="434" y="120"/>
                  </a:cxn>
                  <a:cxn ang="0">
                    <a:pos x="445" y="141"/>
                  </a:cxn>
                  <a:cxn ang="0">
                    <a:pos x="455" y="164"/>
                  </a:cxn>
                  <a:cxn ang="0">
                    <a:pos x="462" y="188"/>
                  </a:cxn>
                  <a:cxn ang="0">
                    <a:pos x="468" y="211"/>
                  </a:cxn>
                  <a:cxn ang="0">
                    <a:pos x="471" y="235"/>
                  </a:cxn>
                  <a:cxn ang="0">
                    <a:pos x="473" y="259"/>
                  </a:cxn>
                  <a:cxn ang="0">
                    <a:pos x="473" y="282"/>
                  </a:cxn>
                  <a:cxn ang="0">
                    <a:pos x="470" y="304"/>
                  </a:cxn>
                  <a:cxn ang="0">
                    <a:pos x="465" y="326"/>
                  </a:cxn>
                  <a:cxn ang="0">
                    <a:pos x="459" y="345"/>
                  </a:cxn>
                  <a:cxn ang="0">
                    <a:pos x="450" y="364"/>
                  </a:cxn>
                  <a:cxn ang="0">
                    <a:pos x="437" y="384"/>
                  </a:cxn>
                  <a:cxn ang="0">
                    <a:pos x="423" y="402"/>
                  </a:cxn>
                  <a:cxn ang="0">
                    <a:pos x="407" y="418"/>
                  </a:cxn>
                  <a:cxn ang="0">
                    <a:pos x="388" y="432"/>
                  </a:cxn>
                  <a:cxn ang="0">
                    <a:pos x="369" y="443"/>
                  </a:cxn>
                  <a:cxn ang="0">
                    <a:pos x="348" y="453"/>
                  </a:cxn>
                  <a:cxn ang="0">
                    <a:pos x="327" y="459"/>
                  </a:cxn>
                  <a:cxn ang="0">
                    <a:pos x="304" y="464"/>
                  </a:cxn>
                  <a:cxn ang="0">
                    <a:pos x="281" y="467"/>
                  </a:cxn>
                  <a:cxn ang="0">
                    <a:pos x="257" y="467"/>
                  </a:cxn>
                  <a:cxn ang="0">
                    <a:pos x="233" y="464"/>
                  </a:cxn>
                  <a:cxn ang="0">
                    <a:pos x="208" y="460"/>
                  </a:cxn>
                  <a:cxn ang="0">
                    <a:pos x="184" y="453"/>
                  </a:cxn>
                  <a:cxn ang="0">
                    <a:pos x="160" y="443"/>
                  </a:cxn>
                  <a:cxn ang="0">
                    <a:pos x="136" y="432"/>
                  </a:cxn>
                  <a:cxn ang="0">
                    <a:pos x="111" y="416"/>
                  </a:cxn>
                  <a:cxn ang="0">
                    <a:pos x="89" y="400"/>
                  </a:cxn>
                  <a:cxn ang="0">
                    <a:pos x="69" y="381"/>
                  </a:cxn>
                  <a:cxn ang="0">
                    <a:pos x="51" y="360"/>
                  </a:cxn>
                  <a:cxn ang="0">
                    <a:pos x="36" y="337"/>
                  </a:cxn>
                  <a:cxn ang="0">
                    <a:pos x="23" y="314"/>
                  </a:cxn>
                  <a:cxn ang="0">
                    <a:pos x="13" y="290"/>
                  </a:cxn>
                  <a:cxn ang="0">
                    <a:pos x="6" y="265"/>
                  </a:cxn>
                  <a:cxn ang="0">
                    <a:pos x="2" y="240"/>
                  </a:cxn>
                  <a:cxn ang="0">
                    <a:pos x="0" y="214"/>
                  </a:cxn>
                  <a:cxn ang="0">
                    <a:pos x="2" y="188"/>
                  </a:cxn>
                  <a:cxn ang="0">
                    <a:pos x="6" y="163"/>
                  </a:cxn>
                  <a:cxn ang="0">
                    <a:pos x="14" y="137"/>
                  </a:cxn>
                  <a:cxn ang="0">
                    <a:pos x="26" y="113"/>
                  </a:cxn>
                  <a:cxn ang="0">
                    <a:pos x="40" y="90"/>
                  </a:cxn>
                  <a:cxn ang="0">
                    <a:pos x="57" y="70"/>
                  </a:cxn>
                  <a:cxn ang="0">
                    <a:pos x="75" y="52"/>
                  </a:cxn>
                  <a:cxn ang="0">
                    <a:pos x="96" y="37"/>
                  </a:cxn>
                  <a:cxn ang="0">
                    <a:pos x="118" y="24"/>
                  </a:cxn>
                  <a:cxn ang="0">
                    <a:pos x="141" y="14"/>
                  </a:cxn>
                  <a:cxn ang="0">
                    <a:pos x="165" y="6"/>
                  </a:cxn>
                  <a:cxn ang="0">
                    <a:pos x="190" y="1"/>
                  </a:cxn>
                  <a:cxn ang="0">
                    <a:pos x="216" y="0"/>
                  </a:cxn>
                </a:cxnLst>
                <a:rect l="0" t="0" r="r" b="b"/>
                <a:pathLst>
                  <a:path w="473" h="467">
                    <a:moveTo>
                      <a:pt x="216" y="0"/>
                    </a:moveTo>
                    <a:lnTo>
                      <a:pt x="243" y="0"/>
                    </a:lnTo>
                    <a:lnTo>
                      <a:pt x="269" y="4"/>
                    </a:lnTo>
                    <a:lnTo>
                      <a:pt x="295" y="11"/>
                    </a:lnTo>
                    <a:lnTo>
                      <a:pt x="321" y="20"/>
                    </a:lnTo>
                    <a:lnTo>
                      <a:pt x="347" y="32"/>
                    </a:lnTo>
                    <a:lnTo>
                      <a:pt x="368" y="46"/>
                    </a:lnTo>
                    <a:lnTo>
                      <a:pt x="388" y="61"/>
                    </a:lnTo>
                    <a:lnTo>
                      <a:pt x="405" y="79"/>
                    </a:lnTo>
                    <a:lnTo>
                      <a:pt x="420" y="99"/>
                    </a:lnTo>
                    <a:lnTo>
                      <a:pt x="434" y="120"/>
                    </a:lnTo>
                    <a:lnTo>
                      <a:pt x="445" y="141"/>
                    </a:lnTo>
                    <a:lnTo>
                      <a:pt x="455" y="164"/>
                    </a:lnTo>
                    <a:lnTo>
                      <a:pt x="462" y="188"/>
                    </a:lnTo>
                    <a:lnTo>
                      <a:pt x="468" y="211"/>
                    </a:lnTo>
                    <a:lnTo>
                      <a:pt x="471" y="235"/>
                    </a:lnTo>
                    <a:lnTo>
                      <a:pt x="473" y="259"/>
                    </a:lnTo>
                    <a:lnTo>
                      <a:pt x="473" y="282"/>
                    </a:lnTo>
                    <a:lnTo>
                      <a:pt x="470" y="304"/>
                    </a:lnTo>
                    <a:lnTo>
                      <a:pt x="465" y="326"/>
                    </a:lnTo>
                    <a:lnTo>
                      <a:pt x="459" y="345"/>
                    </a:lnTo>
                    <a:lnTo>
                      <a:pt x="450" y="364"/>
                    </a:lnTo>
                    <a:lnTo>
                      <a:pt x="437" y="384"/>
                    </a:lnTo>
                    <a:lnTo>
                      <a:pt x="423" y="402"/>
                    </a:lnTo>
                    <a:lnTo>
                      <a:pt x="407" y="418"/>
                    </a:lnTo>
                    <a:lnTo>
                      <a:pt x="388" y="432"/>
                    </a:lnTo>
                    <a:lnTo>
                      <a:pt x="369" y="443"/>
                    </a:lnTo>
                    <a:lnTo>
                      <a:pt x="348" y="453"/>
                    </a:lnTo>
                    <a:lnTo>
                      <a:pt x="327" y="459"/>
                    </a:lnTo>
                    <a:lnTo>
                      <a:pt x="304" y="464"/>
                    </a:lnTo>
                    <a:lnTo>
                      <a:pt x="281" y="467"/>
                    </a:lnTo>
                    <a:lnTo>
                      <a:pt x="257" y="467"/>
                    </a:lnTo>
                    <a:lnTo>
                      <a:pt x="233" y="464"/>
                    </a:lnTo>
                    <a:lnTo>
                      <a:pt x="208" y="460"/>
                    </a:lnTo>
                    <a:lnTo>
                      <a:pt x="184" y="453"/>
                    </a:lnTo>
                    <a:lnTo>
                      <a:pt x="160" y="443"/>
                    </a:lnTo>
                    <a:lnTo>
                      <a:pt x="136" y="432"/>
                    </a:lnTo>
                    <a:lnTo>
                      <a:pt x="111" y="416"/>
                    </a:lnTo>
                    <a:lnTo>
                      <a:pt x="89" y="400"/>
                    </a:lnTo>
                    <a:lnTo>
                      <a:pt x="69" y="381"/>
                    </a:lnTo>
                    <a:lnTo>
                      <a:pt x="51" y="360"/>
                    </a:lnTo>
                    <a:lnTo>
                      <a:pt x="36" y="337"/>
                    </a:lnTo>
                    <a:lnTo>
                      <a:pt x="23" y="314"/>
                    </a:lnTo>
                    <a:lnTo>
                      <a:pt x="13" y="290"/>
                    </a:lnTo>
                    <a:lnTo>
                      <a:pt x="6" y="265"/>
                    </a:lnTo>
                    <a:lnTo>
                      <a:pt x="2" y="240"/>
                    </a:lnTo>
                    <a:lnTo>
                      <a:pt x="0" y="214"/>
                    </a:lnTo>
                    <a:lnTo>
                      <a:pt x="2" y="188"/>
                    </a:lnTo>
                    <a:lnTo>
                      <a:pt x="6" y="163"/>
                    </a:lnTo>
                    <a:lnTo>
                      <a:pt x="14" y="137"/>
                    </a:lnTo>
                    <a:lnTo>
                      <a:pt x="26" y="113"/>
                    </a:lnTo>
                    <a:lnTo>
                      <a:pt x="40" y="90"/>
                    </a:lnTo>
                    <a:lnTo>
                      <a:pt x="57" y="70"/>
                    </a:lnTo>
                    <a:lnTo>
                      <a:pt x="75" y="52"/>
                    </a:lnTo>
                    <a:lnTo>
                      <a:pt x="96" y="37"/>
                    </a:lnTo>
                    <a:lnTo>
                      <a:pt x="118" y="24"/>
                    </a:lnTo>
                    <a:lnTo>
                      <a:pt x="141" y="14"/>
                    </a:lnTo>
                    <a:lnTo>
                      <a:pt x="165" y="6"/>
                    </a:lnTo>
                    <a:lnTo>
                      <a:pt x="190" y="1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FFDBA8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27"/>
              <p:cNvSpPr>
                <a:spLocks/>
              </p:cNvSpPr>
              <p:nvPr/>
            </p:nvSpPr>
            <p:spPr bwMode="auto">
              <a:xfrm>
                <a:off x="8620125" y="2339975"/>
                <a:ext cx="769937" cy="647700"/>
              </a:xfrm>
              <a:custGeom>
                <a:avLst/>
                <a:gdLst/>
                <a:ahLst/>
                <a:cxnLst>
                  <a:cxn ang="0">
                    <a:pos x="282" y="2"/>
                  </a:cxn>
                  <a:cxn ang="0">
                    <a:pos x="339" y="15"/>
                  </a:cxn>
                  <a:cxn ang="0">
                    <a:pos x="394" y="39"/>
                  </a:cxn>
                  <a:cxn ang="0">
                    <a:pos x="434" y="66"/>
                  </a:cxn>
                  <a:cxn ang="0">
                    <a:pos x="463" y="95"/>
                  </a:cxn>
                  <a:cxn ang="0">
                    <a:pos x="485" y="127"/>
                  </a:cxn>
                  <a:cxn ang="0">
                    <a:pos x="476" y="162"/>
                  </a:cxn>
                  <a:cxn ang="0">
                    <a:pos x="460" y="190"/>
                  </a:cxn>
                  <a:cxn ang="0">
                    <a:pos x="437" y="210"/>
                  </a:cxn>
                  <a:cxn ang="0">
                    <a:pos x="409" y="223"/>
                  </a:cxn>
                  <a:cxn ang="0">
                    <a:pos x="377" y="230"/>
                  </a:cxn>
                  <a:cxn ang="0">
                    <a:pos x="343" y="233"/>
                  </a:cxn>
                  <a:cxn ang="0">
                    <a:pos x="290" y="230"/>
                  </a:cxn>
                  <a:cxn ang="0">
                    <a:pos x="256" y="225"/>
                  </a:cxn>
                  <a:cxn ang="0">
                    <a:pos x="223" y="218"/>
                  </a:cxn>
                  <a:cxn ang="0">
                    <a:pos x="195" y="212"/>
                  </a:cxn>
                  <a:cxn ang="0">
                    <a:pos x="172" y="205"/>
                  </a:cxn>
                  <a:cxn ang="0">
                    <a:pos x="145" y="196"/>
                  </a:cxn>
                  <a:cxn ang="0">
                    <a:pos x="148" y="248"/>
                  </a:cxn>
                  <a:cxn ang="0">
                    <a:pos x="144" y="292"/>
                  </a:cxn>
                  <a:cxn ang="0">
                    <a:pos x="134" y="329"/>
                  </a:cxn>
                  <a:cxn ang="0">
                    <a:pos x="118" y="359"/>
                  </a:cxn>
                  <a:cxn ang="0">
                    <a:pos x="100" y="382"/>
                  </a:cxn>
                  <a:cxn ang="0">
                    <a:pos x="82" y="398"/>
                  </a:cxn>
                  <a:cxn ang="0">
                    <a:pos x="64" y="408"/>
                  </a:cxn>
                  <a:cxn ang="0">
                    <a:pos x="33" y="365"/>
                  </a:cxn>
                  <a:cxn ang="0">
                    <a:pos x="13" y="316"/>
                  </a:cxn>
                  <a:cxn ang="0">
                    <a:pos x="2" y="265"/>
                  </a:cxn>
                  <a:cxn ang="0">
                    <a:pos x="1" y="213"/>
                  </a:cxn>
                  <a:cxn ang="0">
                    <a:pos x="13" y="159"/>
                  </a:cxn>
                  <a:cxn ang="0">
                    <a:pos x="41" y="106"/>
                  </a:cxn>
                  <a:cxn ang="0">
                    <a:pos x="79" y="64"/>
                  </a:cxn>
                  <a:cxn ang="0">
                    <a:pos x="123" y="33"/>
                  </a:cxn>
                  <a:cxn ang="0">
                    <a:pos x="173" y="12"/>
                  </a:cxn>
                  <a:cxn ang="0">
                    <a:pos x="227" y="2"/>
                  </a:cxn>
                </a:cxnLst>
                <a:rect l="0" t="0" r="r" b="b"/>
                <a:pathLst>
                  <a:path w="485" h="408">
                    <a:moveTo>
                      <a:pt x="254" y="0"/>
                    </a:moveTo>
                    <a:lnTo>
                      <a:pt x="282" y="2"/>
                    </a:lnTo>
                    <a:lnTo>
                      <a:pt x="311" y="7"/>
                    </a:lnTo>
                    <a:lnTo>
                      <a:pt x="339" y="15"/>
                    </a:lnTo>
                    <a:lnTo>
                      <a:pt x="367" y="25"/>
                    </a:lnTo>
                    <a:lnTo>
                      <a:pt x="394" y="39"/>
                    </a:lnTo>
                    <a:lnTo>
                      <a:pt x="416" y="52"/>
                    </a:lnTo>
                    <a:lnTo>
                      <a:pt x="434" y="66"/>
                    </a:lnTo>
                    <a:lnTo>
                      <a:pt x="450" y="80"/>
                    </a:lnTo>
                    <a:lnTo>
                      <a:pt x="463" y="95"/>
                    </a:lnTo>
                    <a:lnTo>
                      <a:pt x="474" y="111"/>
                    </a:lnTo>
                    <a:lnTo>
                      <a:pt x="485" y="127"/>
                    </a:lnTo>
                    <a:lnTo>
                      <a:pt x="482" y="146"/>
                    </a:lnTo>
                    <a:lnTo>
                      <a:pt x="476" y="162"/>
                    </a:lnTo>
                    <a:lnTo>
                      <a:pt x="469" y="177"/>
                    </a:lnTo>
                    <a:lnTo>
                      <a:pt x="460" y="190"/>
                    </a:lnTo>
                    <a:lnTo>
                      <a:pt x="450" y="200"/>
                    </a:lnTo>
                    <a:lnTo>
                      <a:pt x="437" y="210"/>
                    </a:lnTo>
                    <a:lnTo>
                      <a:pt x="424" y="217"/>
                    </a:lnTo>
                    <a:lnTo>
                      <a:pt x="409" y="223"/>
                    </a:lnTo>
                    <a:lnTo>
                      <a:pt x="394" y="227"/>
                    </a:lnTo>
                    <a:lnTo>
                      <a:pt x="377" y="230"/>
                    </a:lnTo>
                    <a:lnTo>
                      <a:pt x="361" y="232"/>
                    </a:lnTo>
                    <a:lnTo>
                      <a:pt x="343" y="233"/>
                    </a:lnTo>
                    <a:lnTo>
                      <a:pt x="308" y="232"/>
                    </a:lnTo>
                    <a:lnTo>
                      <a:pt x="290" y="230"/>
                    </a:lnTo>
                    <a:lnTo>
                      <a:pt x="273" y="228"/>
                    </a:lnTo>
                    <a:lnTo>
                      <a:pt x="256" y="225"/>
                    </a:lnTo>
                    <a:lnTo>
                      <a:pt x="239" y="222"/>
                    </a:lnTo>
                    <a:lnTo>
                      <a:pt x="223" y="218"/>
                    </a:lnTo>
                    <a:lnTo>
                      <a:pt x="209" y="215"/>
                    </a:lnTo>
                    <a:lnTo>
                      <a:pt x="195" y="212"/>
                    </a:lnTo>
                    <a:lnTo>
                      <a:pt x="183" y="208"/>
                    </a:lnTo>
                    <a:lnTo>
                      <a:pt x="172" y="205"/>
                    </a:lnTo>
                    <a:lnTo>
                      <a:pt x="146" y="196"/>
                    </a:lnTo>
                    <a:lnTo>
                      <a:pt x="145" y="196"/>
                    </a:lnTo>
                    <a:lnTo>
                      <a:pt x="148" y="223"/>
                    </a:lnTo>
                    <a:lnTo>
                      <a:pt x="148" y="248"/>
                    </a:lnTo>
                    <a:lnTo>
                      <a:pt x="147" y="271"/>
                    </a:lnTo>
                    <a:lnTo>
                      <a:pt x="144" y="292"/>
                    </a:lnTo>
                    <a:lnTo>
                      <a:pt x="139" y="311"/>
                    </a:lnTo>
                    <a:lnTo>
                      <a:pt x="134" y="329"/>
                    </a:lnTo>
                    <a:lnTo>
                      <a:pt x="126" y="344"/>
                    </a:lnTo>
                    <a:lnTo>
                      <a:pt x="118" y="359"/>
                    </a:lnTo>
                    <a:lnTo>
                      <a:pt x="110" y="371"/>
                    </a:lnTo>
                    <a:lnTo>
                      <a:pt x="100" y="382"/>
                    </a:lnTo>
                    <a:lnTo>
                      <a:pt x="91" y="391"/>
                    </a:lnTo>
                    <a:lnTo>
                      <a:pt x="82" y="398"/>
                    </a:lnTo>
                    <a:lnTo>
                      <a:pt x="73" y="404"/>
                    </a:lnTo>
                    <a:lnTo>
                      <a:pt x="64" y="408"/>
                    </a:lnTo>
                    <a:lnTo>
                      <a:pt x="47" y="387"/>
                    </a:lnTo>
                    <a:lnTo>
                      <a:pt x="33" y="365"/>
                    </a:lnTo>
                    <a:lnTo>
                      <a:pt x="22" y="341"/>
                    </a:lnTo>
                    <a:lnTo>
                      <a:pt x="13" y="316"/>
                    </a:lnTo>
                    <a:lnTo>
                      <a:pt x="6" y="291"/>
                    </a:lnTo>
                    <a:lnTo>
                      <a:pt x="2" y="265"/>
                    </a:lnTo>
                    <a:lnTo>
                      <a:pt x="0" y="239"/>
                    </a:lnTo>
                    <a:lnTo>
                      <a:pt x="1" y="213"/>
                    </a:lnTo>
                    <a:lnTo>
                      <a:pt x="4" y="188"/>
                    </a:lnTo>
                    <a:lnTo>
                      <a:pt x="13" y="159"/>
                    </a:lnTo>
                    <a:lnTo>
                      <a:pt x="26" y="131"/>
                    </a:lnTo>
                    <a:lnTo>
                      <a:pt x="41" y="106"/>
                    </a:lnTo>
                    <a:lnTo>
                      <a:pt x="59" y="84"/>
                    </a:lnTo>
                    <a:lnTo>
                      <a:pt x="79" y="64"/>
                    </a:lnTo>
                    <a:lnTo>
                      <a:pt x="100" y="47"/>
                    </a:lnTo>
                    <a:lnTo>
                      <a:pt x="123" y="33"/>
                    </a:lnTo>
                    <a:lnTo>
                      <a:pt x="147" y="21"/>
                    </a:lnTo>
                    <a:lnTo>
                      <a:pt x="173" y="12"/>
                    </a:lnTo>
                    <a:lnTo>
                      <a:pt x="199" y="5"/>
                    </a:lnTo>
                    <a:lnTo>
                      <a:pt x="227" y="2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28"/>
              <p:cNvSpPr>
                <a:spLocks/>
              </p:cNvSpPr>
              <p:nvPr/>
            </p:nvSpPr>
            <p:spPr bwMode="auto">
              <a:xfrm>
                <a:off x="8620125" y="2322513"/>
                <a:ext cx="774700" cy="650875"/>
              </a:xfrm>
              <a:custGeom>
                <a:avLst/>
                <a:gdLst/>
                <a:ahLst/>
                <a:cxnLst>
                  <a:cxn ang="0">
                    <a:pos x="286" y="2"/>
                  </a:cxn>
                  <a:cxn ang="0">
                    <a:pos x="342" y="15"/>
                  </a:cxn>
                  <a:cxn ang="0">
                    <a:pos x="397" y="39"/>
                  </a:cxn>
                  <a:cxn ang="0">
                    <a:pos x="437" y="65"/>
                  </a:cxn>
                  <a:cxn ang="0">
                    <a:pos x="467" y="93"/>
                  </a:cxn>
                  <a:cxn ang="0">
                    <a:pos x="488" y="124"/>
                  </a:cxn>
                  <a:cxn ang="0">
                    <a:pos x="480" y="160"/>
                  </a:cxn>
                  <a:cxn ang="0">
                    <a:pos x="464" y="187"/>
                  </a:cxn>
                  <a:cxn ang="0">
                    <a:pos x="441" y="207"/>
                  </a:cxn>
                  <a:cxn ang="0">
                    <a:pos x="413" y="221"/>
                  </a:cxn>
                  <a:cxn ang="0">
                    <a:pos x="381" y="228"/>
                  </a:cxn>
                  <a:cxn ang="0">
                    <a:pos x="347" y="231"/>
                  </a:cxn>
                  <a:cxn ang="0">
                    <a:pos x="311" y="231"/>
                  </a:cxn>
                  <a:cxn ang="0">
                    <a:pos x="276" y="227"/>
                  </a:cxn>
                  <a:cxn ang="0">
                    <a:pos x="227" y="218"/>
                  </a:cxn>
                  <a:cxn ang="0">
                    <a:pos x="199" y="211"/>
                  </a:cxn>
                  <a:cxn ang="0">
                    <a:pos x="176" y="204"/>
                  </a:cxn>
                  <a:cxn ang="0">
                    <a:pos x="150" y="196"/>
                  </a:cxn>
                  <a:cxn ang="0">
                    <a:pos x="152" y="223"/>
                  </a:cxn>
                  <a:cxn ang="0">
                    <a:pos x="152" y="271"/>
                  </a:cxn>
                  <a:cxn ang="0">
                    <a:pos x="145" y="311"/>
                  </a:cxn>
                  <a:cxn ang="0">
                    <a:pos x="132" y="344"/>
                  </a:cxn>
                  <a:cxn ang="0">
                    <a:pos x="117" y="370"/>
                  </a:cxn>
                  <a:cxn ang="0">
                    <a:pos x="99" y="389"/>
                  </a:cxn>
                  <a:cxn ang="0">
                    <a:pos x="81" y="402"/>
                  </a:cxn>
                  <a:cxn ang="0">
                    <a:pos x="64" y="409"/>
                  </a:cxn>
                  <a:cxn ang="0">
                    <a:pos x="39" y="385"/>
                  </a:cxn>
                  <a:cxn ang="0">
                    <a:pos x="14" y="331"/>
                  </a:cxn>
                  <a:cxn ang="0">
                    <a:pos x="1" y="274"/>
                  </a:cxn>
                  <a:cxn ang="0">
                    <a:pos x="1" y="216"/>
                  </a:cxn>
                  <a:cxn ang="0">
                    <a:pos x="17" y="159"/>
                  </a:cxn>
                  <a:cxn ang="0">
                    <a:pos x="45" y="106"/>
                  </a:cxn>
                  <a:cxn ang="0">
                    <a:pos x="82" y="64"/>
                  </a:cxn>
                  <a:cxn ang="0">
                    <a:pos x="126" y="33"/>
                  </a:cxn>
                  <a:cxn ang="0">
                    <a:pos x="176" y="12"/>
                  </a:cxn>
                  <a:cxn ang="0">
                    <a:pos x="230" y="2"/>
                  </a:cxn>
                </a:cxnLst>
                <a:rect l="0" t="0" r="r" b="b"/>
                <a:pathLst>
                  <a:path w="488" h="410">
                    <a:moveTo>
                      <a:pt x="258" y="0"/>
                    </a:moveTo>
                    <a:lnTo>
                      <a:pt x="286" y="2"/>
                    </a:lnTo>
                    <a:lnTo>
                      <a:pt x="314" y="7"/>
                    </a:lnTo>
                    <a:lnTo>
                      <a:pt x="342" y="15"/>
                    </a:lnTo>
                    <a:lnTo>
                      <a:pt x="370" y="25"/>
                    </a:lnTo>
                    <a:lnTo>
                      <a:pt x="397" y="39"/>
                    </a:lnTo>
                    <a:lnTo>
                      <a:pt x="419" y="51"/>
                    </a:lnTo>
                    <a:lnTo>
                      <a:pt x="437" y="65"/>
                    </a:lnTo>
                    <a:lnTo>
                      <a:pt x="453" y="79"/>
                    </a:lnTo>
                    <a:lnTo>
                      <a:pt x="467" y="93"/>
                    </a:lnTo>
                    <a:lnTo>
                      <a:pt x="478" y="108"/>
                    </a:lnTo>
                    <a:lnTo>
                      <a:pt x="488" y="124"/>
                    </a:lnTo>
                    <a:lnTo>
                      <a:pt x="485" y="143"/>
                    </a:lnTo>
                    <a:lnTo>
                      <a:pt x="480" y="160"/>
                    </a:lnTo>
                    <a:lnTo>
                      <a:pt x="473" y="175"/>
                    </a:lnTo>
                    <a:lnTo>
                      <a:pt x="464" y="187"/>
                    </a:lnTo>
                    <a:lnTo>
                      <a:pt x="453" y="198"/>
                    </a:lnTo>
                    <a:lnTo>
                      <a:pt x="441" y="207"/>
                    </a:lnTo>
                    <a:lnTo>
                      <a:pt x="428" y="215"/>
                    </a:lnTo>
                    <a:lnTo>
                      <a:pt x="413" y="221"/>
                    </a:lnTo>
                    <a:lnTo>
                      <a:pt x="397" y="225"/>
                    </a:lnTo>
                    <a:lnTo>
                      <a:pt x="381" y="228"/>
                    </a:lnTo>
                    <a:lnTo>
                      <a:pt x="364" y="231"/>
                    </a:lnTo>
                    <a:lnTo>
                      <a:pt x="347" y="231"/>
                    </a:lnTo>
                    <a:lnTo>
                      <a:pt x="329" y="231"/>
                    </a:lnTo>
                    <a:lnTo>
                      <a:pt x="311" y="231"/>
                    </a:lnTo>
                    <a:lnTo>
                      <a:pt x="294" y="229"/>
                    </a:lnTo>
                    <a:lnTo>
                      <a:pt x="276" y="227"/>
                    </a:lnTo>
                    <a:lnTo>
                      <a:pt x="243" y="221"/>
                    </a:lnTo>
                    <a:lnTo>
                      <a:pt x="227" y="218"/>
                    </a:lnTo>
                    <a:lnTo>
                      <a:pt x="212" y="215"/>
                    </a:lnTo>
                    <a:lnTo>
                      <a:pt x="199" y="211"/>
                    </a:lnTo>
                    <a:lnTo>
                      <a:pt x="187" y="207"/>
                    </a:lnTo>
                    <a:lnTo>
                      <a:pt x="176" y="204"/>
                    </a:lnTo>
                    <a:lnTo>
                      <a:pt x="166" y="202"/>
                    </a:lnTo>
                    <a:lnTo>
                      <a:pt x="150" y="196"/>
                    </a:lnTo>
                    <a:lnTo>
                      <a:pt x="148" y="195"/>
                    </a:lnTo>
                    <a:lnTo>
                      <a:pt x="152" y="223"/>
                    </a:lnTo>
                    <a:lnTo>
                      <a:pt x="152" y="248"/>
                    </a:lnTo>
                    <a:lnTo>
                      <a:pt x="152" y="271"/>
                    </a:lnTo>
                    <a:lnTo>
                      <a:pt x="148" y="292"/>
                    </a:lnTo>
                    <a:lnTo>
                      <a:pt x="145" y="311"/>
                    </a:lnTo>
                    <a:lnTo>
                      <a:pt x="139" y="328"/>
                    </a:lnTo>
                    <a:lnTo>
                      <a:pt x="132" y="344"/>
                    </a:lnTo>
                    <a:lnTo>
                      <a:pt x="125" y="358"/>
                    </a:lnTo>
                    <a:lnTo>
                      <a:pt x="117" y="370"/>
                    </a:lnTo>
                    <a:lnTo>
                      <a:pt x="108" y="380"/>
                    </a:lnTo>
                    <a:lnTo>
                      <a:pt x="99" y="389"/>
                    </a:lnTo>
                    <a:lnTo>
                      <a:pt x="90" y="396"/>
                    </a:lnTo>
                    <a:lnTo>
                      <a:pt x="81" y="402"/>
                    </a:lnTo>
                    <a:lnTo>
                      <a:pt x="72" y="406"/>
                    </a:lnTo>
                    <a:lnTo>
                      <a:pt x="64" y="409"/>
                    </a:lnTo>
                    <a:lnTo>
                      <a:pt x="56" y="410"/>
                    </a:lnTo>
                    <a:lnTo>
                      <a:pt x="39" y="385"/>
                    </a:lnTo>
                    <a:lnTo>
                      <a:pt x="25" y="359"/>
                    </a:lnTo>
                    <a:lnTo>
                      <a:pt x="14" y="331"/>
                    </a:lnTo>
                    <a:lnTo>
                      <a:pt x="6" y="303"/>
                    </a:lnTo>
                    <a:lnTo>
                      <a:pt x="1" y="274"/>
                    </a:lnTo>
                    <a:lnTo>
                      <a:pt x="0" y="245"/>
                    </a:lnTo>
                    <a:lnTo>
                      <a:pt x="1" y="216"/>
                    </a:lnTo>
                    <a:lnTo>
                      <a:pt x="7" y="187"/>
                    </a:lnTo>
                    <a:lnTo>
                      <a:pt x="17" y="159"/>
                    </a:lnTo>
                    <a:lnTo>
                      <a:pt x="30" y="131"/>
                    </a:lnTo>
                    <a:lnTo>
                      <a:pt x="45" y="106"/>
                    </a:lnTo>
                    <a:lnTo>
                      <a:pt x="62" y="84"/>
                    </a:lnTo>
                    <a:lnTo>
                      <a:pt x="82" y="64"/>
                    </a:lnTo>
                    <a:lnTo>
                      <a:pt x="104" y="47"/>
                    </a:lnTo>
                    <a:lnTo>
                      <a:pt x="126" y="33"/>
                    </a:lnTo>
                    <a:lnTo>
                      <a:pt x="151" y="21"/>
                    </a:lnTo>
                    <a:lnTo>
                      <a:pt x="176" y="12"/>
                    </a:lnTo>
                    <a:lnTo>
                      <a:pt x="203" y="5"/>
                    </a:lnTo>
                    <a:lnTo>
                      <a:pt x="230" y="2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29"/>
              <p:cNvSpPr>
                <a:spLocks/>
              </p:cNvSpPr>
              <p:nvPr/>
            </p:nvSpPr>
            <p:spPr bwMode="auto">
              <a:xfrm>
                <a:off x="8766175" y="2390775"/>
                <a:ext cx="555625" cy="252413"/>
              </a:xfrm>
              <a:custGeom>
                <a:avLst/>
                <a:gdLst/>
                <a:ahLst/>
                <a:cxnLst>
                  <a:cxn ang="0">
                    <a:pos x="265" y="0"/>
                  </a:cxn>
                  <a:cxn ang="0">
                    <a:pos x="267" y="1"/>
                  </a:cxn>
                  <a:cxn ang="0">
                    <a:pos x="272" y="3"/>
                  </a:cxn>
                  <a:cxn ang="0">
                    <a:pos x="279" y="5"/>
                  </a:cxn>
                  <a:cxn ang="0">
                    <a:pos x="288" y="9"/>
                  </a:cxn>
                  <a:cxn ang="0">
                    <a:pos x="298" y="15"/>
                  </a:cxn>
                  <a:cxn ang="0">
                    <a:pos x="309" y="20"/>
                  </a:cxn>
                  <a:cxn ang="0">
                    <a:pos x="320" y="28"/>
                  </a:cxn>
                  <a:cxn ang="0">
                    <a:pos x="329" y="36"/>
                  </a:cxn>
                  <a:cxn ang="0">
                    <a:pos x="339" y="45"/>
                  </a:cxn>
                  <a:cxn ang="0">
                    <a:pos x="345" y="56"/>
                  </a:cxn>
                  <a:cxn ang="0">
                    <a:pos x="349" y="68"/>
                  </a:cxn>
                  <a:cxn ang="0">
                    <a:pos x="350" y="76"/>
                  </a:cxn>
                  <a:cxn ang="0">
                    <a:pos x="350" y="85"/>
                  </a:cxn>
                  <a:cxn ang="0">
                    <a:pos x="349" y="93"/>
                  </a:cxn>
                  <a:cxn ang="0">
                    <a:pos x="346" y="103"/>
                  </a:cxn>
                  <a:cxn ang="0">
                    <a:pos x="342" y="112"/>
                  </a:cxn>
                  <a:cxn ang="0">
                    <a:pos x="336" y="120"/>
                  </a:cxn>
                  <a:cxn ang="0">
                    <a:pos x="329" y="129"/>
                  </a:cxn>
                  <a:cxn ang="0">
                    <a:pos x="320" y="136"/>
                  </a:cxn>
                  <a:cxn ang="0">
                    <a:pos x="309" y="144"/>
                  </a:cxn>
                  <a:cxn ang="0">
                    <a:pos x="296" y="149"/>
                  </a:cxn>
                  <a:cxn ang="0">
                    <a:pos x="281" y="154"/>
                  </a:cxn>
                  <a:cxn ang="0">
                    <a:pos x="264" y="157"/>
                  </a:cxn>
                  <a:cxn ang="0">
                    <a:pos x="244" y="159"/>
                  </a:cxn>
                  <a:cxn ang="0">
                    <a:pos x="222" y="159"/>
                  </a:cxn>
                  <a:cxn ang="0">
                    <a:pos x="192" y="156"/>
                  </a:cxn>
                  <a:cxn ang="0">
                    <a:pos x="163" y="152"/>
                  </a:cxn>
                  <a:cxn ang="0">
                    <a:pos x="138" y="147"/>
                  </a:cxn>
                  <a:cxn ang="0">
                    <a:pos x="114" y="141"/>
                  </a:cxn>
                  <a:cxn ang="0">
                    <a:pos x="92" y="133"/>
                  </a:cxn>
                  <a:cxn ang="0">
                    <a:pos x="73" y="126"/>
                  </a:cxn>
                  <a:cxn ang="0">
                    <a:pos x="56" y="119"/>
                  </a:cxn>
                  <a:cxn ang="0">
                    <a:pos x="41" y="111"/>
                  </a:cxn>
                  <a:cxn ang="0">
                    <a:pos x="29" y="104"/>
                  </a:cxn>
                  <a:cxn ang="0">
                    <a:pos x="18" y="98"/>
                  </a:cxn>
                  <a:cxn ang="0">
                    <a:pos x="11" y="93"/>
                  </a:cxn>
                  <a:cxn ang="0">
                    <a:pos x="5" y="88"/>
                  </a:cxn>
                  <a:cxn ang="0">
                    <a:pos x="2" y="86"/>
                  </a:cxn>
                  <a:cxn ang="0">
                    <a:pos x="0" y="85"/>
                  </a:cxn>
                  <a:cxn ang="0">
                    <a:pos x="28" y="92"/>
                  </a:cxn>
                  <a:cxn ang="0">
                    <a:pos x="54" y="96"/>
                  </a:cxn>
                  <a:cxn ang="0">
                    <a:pos x="78" y="98"/>
                  </a:cxn>
                  <a:cxn ang="0">
                    <a:pos x="100" y="98"/>
                  </a:cxn>
                  <a:cxn ang="0">
                    <a:pos x="120" y="96"/>
                  </a:cxn>
                  <a:cxn ang="0">
                    <a:pos x="140" y="93"/>
                  </a:cxn>
                  <a:cxn ang="0">
                    <a:pos x="157" y="88"/>
                  </a:cxn>
                  <a:cxn ang="0">
                    <a:pos x="173" y="82"/>
                  </a:cxn>
                  <a:cxn ang="0">
                    <a:pos x="188" y="76"/>
                  </a:cxn>
                  <a:cxn ang="0">
                    <a:pos x="201" y="68"/>
                  </a:cxn>
                  <a:cxn ang="0">
                    <a:pos x="213" y="60"/>
                  </a:cxn>
                  <a:cxn ang="0">
                    <a:pos x="223" y="52"/>
                  </a:cxn>
                  <a:cxn ang="0">
                    <a:pos x="232" y="44"/>
                  </a:cxn>
                  <a:cxn ang="0">
                    <a:pos x="240" y="35"/>
                  </a:cxn>
                  <a:cxn ang="0">
                    <a:pos x="247" y="27"/>
                  </a:cxn>
                  <a:cxn ang="0">
                    <a:pos x="253" y="20"/>
                  </a:cxn>
                  <a:cxn ang="0">
                    <a:pos x="258" y="13"/>
                  </a:cxn>
                  <a:cxn ang="0">
                    <a:pos x="261" y="8"/>
                  </a:cxn>
                  <a:cxn ang="0">
                    <a:pos x="263" y="4"/>
                  </a:cxn>
                  <a:cxn ang="0">
                    <a:pos x="265" y="0"/>
                  </a:cxn>
                </a:cxnLst>
                <a:rect l="0" t="0" r="r" b="b"/>
                <a:pathLst>
                  <a:path w="350" h="159">
                    <a:moveTo>
                      <a:pt x="265" y="0"/>
                    </a:moveTo>
                    <a:lnTo>
                      <a:pt x="267" y="1"/>
                    </a:lnTo>
                    <a:lnTo>
                      <a:pt x="272" y="3"/>
                    </a:lnTo>
                    <a:lnTo>
                      <a:pt x="279" y="5"/>
                    </a:lnTo>
                    <a:lnTo>
                      <a:pt x="288" y="9"/>
                    </a:lnTo>
                    <a:lnTo>
                      <a:pt x="298" y="15"/>
                    </a:lnTo>
                    <a:lnTo>
                      <a:pt x="309" y="20"/>
                    </a:lnTo>
                    <a:lnTo>
                      <a:pt x="320" y="28"/>
                    </a:lnTo>
                    <a:lnTo>
                      <a:pt x="329" y="36"/>
                    </a:lnTo>
                    <a:lnTo>
                      <a:pt x="339" y="45"/>
                    </a:lnTo>
                    <a:lnTo>
                      <a:pt x="345" y="56"/>
                    </a:lnTo>
                    <a:lnTo>
                      <a:pt x="349" y="68"/>
                    </a:lnTo>
                    <a:lnTo>
                      <a:pt x="350" y="76"/>
                    </a:lnTo>
                    <a:lnTo>
                      <a:pt x="350" y="85"/>
                    </a:lnTo>
                    <a:lnTo>
                      <a:pt x="349" y="93"/>
                    </a:lnTo>
                    <a:lnTo>
                      <a:pt x="346" y="103"/>
                    </a:lnTo>
                    <a:lnTo>
                      <a:pt x="342" y="112"/>
                    </a:lnTo>
                    <a:lnTo>
                      <a:pt x="336" y="120"/>
                    </a:lnTo>
                    <a:lnTo>
                      <a:pt x="329" y="129"/>
                    </a:lnTo>
                    <a:lnTo>
                      <a:pt x="320" y="136"/>
                    </a:lnTo>
                    <a:lnTo>
                      <a:pt x="309" y="144"/>
                    </a:lnTo>
                    <a:lnTo>
                      <a:pt x="296" y="149"/>
                    </a:lnTo>
                    <a:lnTo>
                      <a:pt x="281" y="154"/>
                    </a:lnTo>
                    <a:lnTo>
                      <a:pt x="264" y="157"/>
                    </a:lnTo>
                    <a:lnTo>
                      <a:pt x="244" y="159"/>
                    </a:lnTo>
                    <a:lnTo>
                      <a:pt x="222" y="159"/>
                    </a:lnTo>
                    <a:lnTo>
                      <a:pt x="192" y="156"/>
                    </a:lnTo>
                    <a:lnTo>
                      <a:pt x="163" y="152"/>
                    </a:lnTo>
                    <a:lnTo>
                      <a:pt x="138" y="147"/>
                    </a:lnTo>
                    <a:lnTo>
                      <a:pt x="114" y="141"/>
                    </a:lnTo>
                    <a:lnTo>
                      <a:pt x="92" y="133"/>
                    </a:lnTo>
                    <a:lnTo>
                      <a:pt x="73" y="126"/>
                    </a:lnTo>
                    <a:lnTo>
                      <a:pt x="56" y="119"/>
                    </a:lnTo>
                    <a:lnTo>
                      <a:pt x="41" y="111"/>
                    </a:lnTo>
                    <a:lnTo>
                      <a:pt x="29" y="104"/>
                    </a:lnTo>
                    <a:lnTo>
                      <a:pt x="18" y="98"/>
                    </a:lnTo>
                    <a:lnTo>
                      <a:pt x="11" y="93"/>
                    </a:lnTo>
                    <a:lnTo>
                      <a:pt x="5" y="88"/>
                    </a:lnTo>
                    <a:lnTo>
                      <a:pt x="2" y="86"/>
                    </a:lnTo>
                    <a:lnTo>
                      <a:pt x="0" y="85"/>
                    </a:lnTo>
                    <a:lnTo>
                      <a:pt x="28" y="92"/>
                    </a:lnTo>
                    <a:lnTo>
                      <a:pt x="54" y="96"/>
                    </a:lnTo>
                    <a:lnTo>
                      <a:pt x="78" y="98"/>
                    </a:lnTo>
                    <a:lnTo>
                      <a:pt x="100" y="98"/>
                    </a:lnTo>
                    <a:lnTo>
                      <a:pt x="120" y="96"/>
                    </a:lnTo>
                    <a:lnTo>
                      <a:pt x="140" y="93"/>
                    </a:lnTo>
                    <a:lnTo>
                      <a:pt x="157" y="88"/>
                    </a:lnTo>
                    <a:lnTo>
                      <a:pt x="173" y="82"/>
                    </a:lnTo>
                    <a:lnTo>
                      <a:pt x="188" y="76"/>
                    </a:lnTo>
                    <a:lnTo>
                      <a:pt x="201" y="68"/>
                    </a:lnTo>
                    <a:lnTo>
                      <a:pt x="213" y="60"/>
                    </a:lnTo>
                    <a:lnTo>
                      <a:pt x="223" y="52"/>
                    </a:lnTo>
                    <a:lnTo>
                      <a:pt x="232" y="44"/>
                    </a:lnTo>
                    <a:lnTo>
                      <a:pt x="240" y="35"/>
                    </a:lnTo>
                    <a:lnTo>
                      <a:pt x="247" y="27"/>
                    </a:lnTo>
                    <a:lnTo>
                      <a:pt x="253" y="20"/>
                    </a:lnTo>
                    <a:lnTo>
                      <a:pt x="258" y="13"/>
                    </a:lnTo>
                    <a:lnTo>
                      <a:pt x="261" y="8"/>
                    </a:lnTo>
                    <a:lnTo>
                      <a:pt x="263" y="4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30"/>
              <p:cNvSpPr>
                <a:spLocks/>
              </p:cNvSpPr>
              <p:nvPr/>
            </p:nvSpPr>
            <p:spPr bwMode="auto">
              <a:xfrm>
                <a:off x="9097963" y="2516188"/>
                <a:ext cx="223837" cy="131763"/>
              </a:xfrm>
              <a:custGeom>
                <a:avLst/>
                <a:gdLst/>
                <a:ahLst/>
                <a:cxnLst>
                  <a:cxn ang="0">
                    <a:pos x="140" y="0"/>
                  </a:cxn>
                  <a:cxn ang="0">
                    <a:pos x="140" y="3"/>
                  </a:cxn>
                  <a:cxn ang="0">
                    <a:pos x="141" y="7"/>
                  </a:cxn>
                  <a:cxn ang="0">
                    <a:pos x="140" y="11"/>
                  </a:cxn>
                  <a:cxn ang="0">
                    <a:pos x="140" y="17"/>
                  </a:cxn>
                  <a:cxn ang="0">
                    <a:pos x="139" y="23"/>
                  </a:cxn>
                  <a:cxn ang="0">
                    <a:pos x="137" y="30"/>
                  </a:cxn>
                  <a:cxn ang="0">
                    <a:pos x="135" y="37"/>
                  </a:cxn>
                  <a:cxn ang="0">
                    <a:pos x="131" y="44"/>
                  </a:cxn>
                  <a:cxn ang="0">
                    <a:pos x="126" y="51"/>
                  </a:cxn>
                  <a:cxn ang="0">
                    <a:pos x="119" y="57"/>
                  </a:cxn>
                  <a:cxn ang="0">
                    <a:pos x="112" y="64"/>
                  </a:cxn>
                  <a:cxn ang="0">
                    <a:pos x="102" y="70"/>
                  </a:cxn>
                  <a:cxn ang="0">
                    <a:pos x="91" y="75"/>
                  </a:cxn>
                  <a:cxn ang="0">
                    <a:pos x="77" y="78"/>
                  </a:cxn>
                  <a:cxn ang="0">
                    <a:pos x="61" y="81"/>
                  </a:cxn>
                  <a:cxn ang="0">
                    <a:pos x="44" y="83"/>
                  </a:cxn>
                  <a:cxn ang="0">
                    <a:pos x="23" y="82"/>
                  </a:cxn>
                  <a:cxn ang="0">
                    <a:pos x="0" y="80"/>
                  </a:cxn>
                  <a:cxn ang="0">
                    <a:pos x="19" y="80"/>
                  </a:cxn>
                  <a:cxn ang="0">
                    <a:pos x="28" y="80"/>
                  </a:cxn>
                  <a:cxn ang="0">
                    <a:pos x="39" y="79"/>
                  </a:cxn>
                  <a:cxn ang="0">
                    <a:pos x="50" y="77"/>
                  </a:cxn>
                  <a:cxn ang="0">
                    <a:pos x="62" y="75"/>
                  </a:cxn>
                  <a:cxn ang="0">
                    <a:pos x="74" y="72"/>
                  </a:cxn>
                  <a:cxn ang="0">
                    <a:pos x="86" y="68"/>
                  </a:cxn>
                  <a:cxn ang="0">
                    <a:pos x="98" y="62"/>
                  </a:cxn>
                  <a:cxn ang="0">
                    <a:pos x="108" y="56"/>
                  </a:cxn>
                  <a:cxn ang="0">
                    <a:pos x="118" y="48"/>
                  </a:cxn>
                  <a:cxn ang="0">
                    <a:pos x="127" y="38"/>
                  </a:cxn>
                  <a:cxn ang="0">
                    <a:pos x="133" y="28"/>
                  </a:cxn>
                  <a:cxn ang="0">
                    <a:pos x="138" y="15"/>
                  </a:cxn>
                  <a:cxn ang="0">
                    <a:pos x="140" y="0"/>
                  </a:cxn>
                </a:cxnLst>
                <a:rect l="0" t="0" r="r" b="b"/>
                <a:pathLst>
                  <a:path w="141" h="83">
                    <a:moveTo>
                      <a:pt x="140" y="0"/>
                    </a:moveTo>
                    <a:lnTo>
                      <a:pt x="140" y="3"/>
                    </a:lnTo>
                    <a:lnTo>
                      <a:pt x="141" y="7"/>
                    </a:lnTo>
                    <a:lnTo>
                      <a:pt x="140" y="11"/>
                    </a:lnTo>
                    <a:lnTo>
                      <a:pt x="140" y="17"/>
                    </a:lnTo>
                    <a:lnTo>
                      <a:pt x="139" y="23"/>
                    </a:lnTo>
                    <a:lnTo>
                      <a:pt x="137" y="30"/>
                    </a:lnTo>
                    <a:lnTo>
                      <a:pt x="135" y="37"/>
                    </a:lnTo>
                    <a:lnTo>
                      <a:pt x="131" y="44"/>
                    </a:lnTo>
                    <a:lnTo>
                      <a:pt x="126" y="51"/>
                    </a:lnTo>
                    <a:lnTo>
                      <a:pt x="119" y="57"/>
                    </a:lnTo>
                    <a:lnTo>
                      <a:pt x="112" y="64"/>
                    </a:lnTo>
                    <a:lnTo>
                      <a:pt x="102" y="70"/>
                    </a:lnTo>
                    <a:lnTo>
                      <a:pt x="91" y="75"/>
                    </a:lnTo>
                    <a:lnTo>
                      <a:pt x="77" y="78"/>
                    </a:lnTo>
                    <a:lnTo>
                      <a:pt x="61" y="81"/>
                    </a:lnTo>
                    <a:lnTo>
                      <a:pt x="44" y="83"/>
                    </a:lnTo>
                    <a:lnTo>
                      <a:pt x="23" y="82"/>
                    </a:lnTo>
                    <a:lnTo>
                      <a:pt x="0" y="80"/>
                    </a:lnTo>
                    <a:lnTo>
                      <a:pt x="19" y="80"/>
                    </a:lnTo>
                    <a:lnTo>
                      <a:pt x="28" y="80"/>
                    </a:lnTo>
                    <a:lnTo>
                      <a:pt x="39" y="79"/>
                    </a:lnTo>
                    <a:lnTo>
                      <a:pt x="50" y="77"/>
                    </a:lnTo>
                    <a:lnTo>
                      <a:pt x="62" y="75"/>
                    </a:lnTo>
                    <a:lnTo>
                      <a:pt x="74" y="72"/>
                    </a:lnTo>
                    <a:lnTo>
                      <a:pt x="86" y="68"/>
                    </a:lnTo>
                    <a:lnTo>
                      <a:pt x="98" y="62"/>
                    </a:lnTo>
                    <a:lnTo>
                      <a:pt x="108" y="56"/>
                    </a:lnTo>
                    <a:lnTo>
                      <a:pt x="118" y="48"/>
                    </a:lnTo>
                    <a:lnTo>
                      <a:pt x="127" y="38"/>
                    </a:lnTo>
                    <a:lnTo>
                      <a:pt x="133" y="28"/>
                    </a:lnTo>
                    <a:lnTo>
                      <a:pt x="138" y="1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A6B8B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31"/>
              <p:cNvSpPr>
                <a:spLocks/>
              </p:cNvSpPr>
              <p:nvPr/>
            </p:nvSpPr>
            <p:spPr bwMode="auto">
              <a:xfrm>
                <a:off x="9020175" y="3263900"/>
                <a:ext cx="171450" cy="104775"/>
              </a:xfrm>
              <a:custGeom>
                <a:avLst/>
                <a:gdLst/>
                <a:ahLst/>
                <a:cxnLst>
                  <a:cxn ang="0">
                    <a:pos x="108" y="0"/>
                  </a:cxn>
                  <a:cxn ang="0">
                    <a:pos x="85" y="65"/>
                  </a:cxn>
                  <a:cxn ang="0">
                    <a:pos x="56" y="66"/>
                  </a:cxn>
                  <a:cxn ang="0">
                    <a:pos x="0" y="5"/>
                  </a:cxn>
                  <a:cxn ang="0">
                    <a:pos x="34" y="4"/>
                  </a:cxn>
                  <a:cxn ang="0">
                    <a:pos x="70" y="2"/>
                  </a:cxn>
                  <a:cxn ang="0">
                    <a:pos x="108" y="0"/>
                  </a:cxn>
                </a:cxnLst>
                <a:rect l="0" t="0" r="r" b="b"/>
                <a:pathLst>
                  <a:path w="108" h="66">
                    <a:moveTo>
                      <a:pt x="108" y="0"/>
                    </a:moveTo>
                    <a:lnTo>
                      <a:pt x="85" y="65"/>
                    </a:lnTo>
                    <a:lnTo>
                      <a:pt x="56" y="66"/>
                    </a:lnTo>
                    <a:lnTo>
                      <a:pt x="0" y="5"/>
                    </a:lnTo>
                    <a:lnTo>
                      <a:pt x="34" y="4"/>
                    </a:lnTo>
                    <a:lnTo>
                      <a:pt x="70" y="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DA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32"/>
              <p:cNvSpPr>
                <a:spLocks/>
              </p:cNvSpPr>
              <p:nvPr/>
            </p:nvSpPr>
            <p:spPr bwMode="auto">
              <a:xfrm>
                <a:off x="9093200" y="3349625"/>
                <a:ext cx="147637" cy="61436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4" y="27"/>
                  </a:cxn>
                  <a:cxn ang="0">
                    <a:pos x="51" y="54"/>
                  </a:cxn>
                  <a:cxn ang="0">
                    <a:pos x="58" y="81"/>
                  </a:cxn>
                  <a:cxn ang="0">
                    <a:pos x="63" y="110"/>
                  </a:cxn>
                  <a:cxn ang="0">
                    <a:pos x="69" y="137"/>
                  </a:cxn>
                  <a:cxn ang="0">
                    <a:pos x="73" y="165"/>
                  </a:cxn>
                  <a:cxn ang="0">
                    <a:pos x="77" y="191"/>
                  </a:cxn>
                  <a:cxn ang="0">
                    <a:pos x="81" y="217"/>
                  </a:cxn>
                  <a:cxn ang="0">
                    <a:pos x="84" y="240"/>
                  </a:cxn>
                  <a:cxn ang="0">
                    <a:pos x="87" y="262"/>
                  </a:cxn>
                  <a:cxn ang="0">
                    <a:pos x="88" y="281"/>
                  </a:cxn>
                  <a:cxn ang="0">
                    <a:pos x="90" y="298"/>
                  </a:cxn>
                  <a:cxn ang="0">
                    <a:pos x="91" y="311"/>
                  </a:cxn>
                  <a:cxn ang="0">
                    <a:pos x="92" y="321"/>
                  </a:cxn>
                  <a:cxn ang="0">
                    <a:pos x="93" y="327"/>
                  </a:cxn>
                  <a:cxn ang="0">
                    <a:pos x="93" y="330"/>
                  </a:cxn>
                  <a:cxn ang="0">
                    <a:pos x="50" y="387"/>
                  </a:cxn>
                  <a:cxn ang="0">
                    <a:pos x="0" y="332"/>
                  </a:cxn>
                  <a:cxn ang="0">
                    <a:pos x="3" y="311"/>
                  </a:cxn>
                  <a:cxn ang="0">
                    <a:pos x="5" y="289"/>
                  </a:cxn>
                  <a:cxn ang="0">
                    <a:pos x="7" y="265"/>
                  </a:cxn>
                  <a:cxn ang="0">
                    <a:pos x="8" y="241"/>
                  </a:cxn>
                  <a:cxn ang="0">
                    <a:pos x="10" y="215"/>
                  </a:cxn>
                  <a:cxn ang="0">
                    <a:pos x="11" y="190"/>
                  </a:cxn>
                  <a:cxn ang="0">
                    <a:pos x="11" y="164"/>
                  </a:cxn>
                  <a:cxn ang="0">
                    <a:pos x="12" y="139"/>
                  </a:cxn>
                  <a:cxn ang="0">
                    <a:pos x="12" y="52"/>
                  </a:cxn>
                  <a:cxn ang="0">
                    <a:pos x="11" y="35"/>
                  </a:cxn>
                  <a:cxn ang="0">
                    <a:pos x="11" y="22"/>
                  </a:cxn>
                  <a:cxn ang="0">
                    <a:pos x="10" y="12"/>
                  </a:cxn>
                  <a:cxn ang="0">
                    <a:pos x="10" y="3"/>
                  </a:cxn>
                  <a:cxn ang="0">
                    <a:pos x="36" y="0"/>
                  </a:cxn>
                </a:cxnLst>
                <a:rect l="0" t="0" r="r" b="b"/>
                <a:pathLst>
                  <a:path w="93" h="387">
                    <a:moveTo>
                      <a:pt x="36" y="0"/>
                    </a:moveTo>
                    <a:lnTo>
                      <a:pt x="44" y="27"/>
                    </a:lnTo>
                    <a:lnTo>
                      <a:pt x="51" y="54"/>
                    </a:lnTo>
                    <a:lnTo>
                      <a:pt x="58" y="81"/>
                    </a:lnTo>
                    <a:lnTo>
                      <a:pt x="63" y="110"/>
                    </a:lnTo>
                    <a:lnTo>
                      <a:pt x="69" y="137"/>
                    </a:lnTo>
                    <a:lnTo>
                      <a:pt x="73" y="165"/>
                    </a:lnTo>
                    <a:lnTo>
                      <a:pt x="77" y="191"/>
                    </a:lnTo>
                    <a:lnTo>
                      <a:pt x="81" y="217"/>
                    </a:lnTo>
                    <a:lnTo>
                      <a:pt x="84" y="240"/>
                    </a:lnTo>
                    <a:lnTo>
                      <a:pt x="87" y="262"/>
                    </a:lnTo>
                    <a:lnTo>
                      <a:pt x="88" y="281"/>
                    </a:lnTo>
                    <a:lnTo>
                      <a:pt x="90" y="298"/>
                    </a:lnTo>
                    <a:lnTo>
                      <a:pt x="91" y="311"/>
                    </a:lnTo>
                    <a:lnTo>
                      <a:pt x="92" y="321"/>
                    </a:lnTo>
                    <a:lnTo>
                      <a:pt x="93" y="327"/>
                    </a:lnTo>
                    <a:lnTo>
                      <a:pt x="93" y="330"/>
                    </a:lnTo>
                    <a:lnTo>
                      <a:pt x="50" y="387"/>
                    </a:lnTo>
                    <a:lnTo>
                      <a:pt x="0" y="332"/>
                    </a:lnTo>
                    <a:lnTo>
                      <a:pt x="3" y="311"/>
                    </a:lnTo>
                    <a:lnTo>
                      <a:pt x="5" y="289"/>
                    </a:lnTo>
                    <a:lnTo>
                      <a:pt x="7" y="265"/>
                    </a:lnTo>
                    <a:lnTo>
                      <a:pt x="8" y="241"/>
                    </a:lnTo>
                    <a:lnTo>
                      <a:pt x="10" y="215"/>
                    </a:lnTo>
                    <a:lnTo>
                      <a:pt x="11" y="190"/>
                    </a:lnTo>
                    <a:lnTo>
                      <a:pt x="11" y="164"/>
                    </a:lnTo>
                    <a:lnTo>
                      <a:pt x="12" y="139"/>
                    </a:lnTo>
                    <a:lnTo>
                      <a:pt x="12" y="52"/>
                    </a:lnTo>
                    <a:lnTo>
                      <a:pt x="11" y="35"/>
                    </a:lnTo>
                    <a:lnTo>
                      <a:pt x="11" y="22"/>
                    </a:lnTo>
                    <a:lnTo>
                      <a:pt x="10" y="12"/>
                    </a:lnTo>
                    <a:lnTo>
                      <a:pt x="10" y="3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DA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33"/>
              <p:cNvSpPr>
                <a:spLocks/>
              </p:cNvSpPr>
              <p:nvPr/>
            </p:nvSpPr>
            <p:spPr bwMode="auto">
              <a:xfrm>
                <a:off x="9240838" y="3260725"/>
                <a:ext cx="179387" cy="8477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3" y="11"/>
                  </a:cxn>
                  <a:cxn ang="0">
                    <a:pos x="113" y="529"/>
                  </a:cxn>
                  <a:cxn ang="0">
                    <a:pos x="47" y="534"/>
                  </a:cxn>
                  <a:cxn ang="0">
                    <a:pos x="46" y="524"/>
                  </a:cxn>
                  <a:cxn ang="0">
                    <a:pos x="46" y="511"/>
                  </a:cxn>
                  <a:cxn ang="0">
                    <a:pos x="45" y="495"/>
                  </a:cxn>
                  <a:cxn ang="0">
                    <a:pos x="43" y="475"/>
                  </a:cxn>
                  <a:cxn ang="0">
                    <a:pos x="41" y="452"/>
                  </a:cxn>
                  <a:cxn ang="0">
                    <a:pos x="38" y="427"/>
                  </a:cxn>
                  <a:cxn ang="0">
                    <a:pos x="36" y="399"/>
                  </a:cxn>
                  <a:cxn ang="0">
                    <a:pos x="34" y="368"/>
                  </a:cxn>
                  <a:cxn ang="0">
                    <a:pos x="31" y="335"/>
                  </a:cxn>
                  <a:cxn ang="0">
                    <a:pos x="29" y="301"/>
                  </a:cxn>
                  <a:cxn ang="0">
                    <a:pos x="26" y="266"/>
                  </a:cxn>
                  <a:cxn ang="0">
                    <a:pos x="23" y="233"/>
                  </a:cxn>
                  <a:cxn ang="0">
                    <a:pos x="21" y="200"/>
                  </a:cxn>
                  <a:cxn ang="0">
                    <a:pos x="18" y="169"/>
                  </a:cxn>
                  <a:cxn ang="0">
                    <a:pos x="15" y="140"/>
                  </a:cxn>
                  <a:cxn ang="0">
                    <a:pos x="13" y="113"/>
                  </a:cxn>
                  <a:cxn ang="0">
                    <a:pos x="10" y="89"/>
                  </a:cxn>
                  <a:cxn ang="0">
                    <a:pos x="8" y="67"/>
                  </a:cxn>
                  <a:cxn ang="0">
                    <a:pos x="6" y="47"/>
                  </a:cxn>
                  <a:cxn ang="0">
                    <a:pos x="4" y="31"/>
                  </a:cxn>
                  <a:cxn ang="0">
                    <a:pos x="2" y="18"/>
                  </a:cxn>
                  <a:cxn ang="0">
                    <a:pos x="2" y="8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113" h="534">
                    <a:moveTo>
                      <a:pt x="0" y="0"/>
                    </a:moveTo>
                    <a:lnTo>
                      <a:pt x="53" y="11"/>
                    </a:lnTo>
                    <a:lnTo>
                      <a:pt x="113" y="529"/>
                    </a:lnTo>
                    <a:lnTo>
                      <a:pt x="47" y="534"/>
                    </a:lnTo>
                    <a:lnTo>
                      <a:pt x="46" y="524"/>
                    </a:lnTo>
                    <a:lnTo>
                      <a:pt x="46" y="511"/>
                    </a:lnTo>
                    <a:lnTo>
                      <a:pt x="45" y="495"/>
                    </a:lnTo>
                    <a:lnTo>
                      <a:pt x="43" y="475"/>
                    </a:lnTo>
                    <a:lnTo>
                      <a:pt x="41" y="452"/>
                    </a:lnTo>
                    <a:lnTo>
                      <a:pt x="38" y="427"/>
                    </a:lnTo>
                    <a:lnTo>
                      <a:pt x="36" y="399"/>
                    </a:lnTo>
                    <a:lnTo>
                      <a:pt x="34" y="368"/>
                    </a:lnTo>
                    <a:lnTo>
                      <a:pt x="31" y="335"/>
                    </a:lnTo>
                    <a:lnTo>
                      <a:pt x="29" y="301"/>
                    </a:lnTo>
                    <a:lnTo>
                      <a:pt x="26" y="266"/>
                    </a:lnTo>
                    <a:lnTo>
                      <a:pt x="23" y="233"/>
                    </a:lnTo>
                    <a:lnTo>
                      <a:pt x="21" y="200"/>
                    </a:lnTo>
                    <a:lnTo>
                      <a:pt x="18" y="169"/>
                    </a:lnTo>
                    <a:lnTo>
                      <a:pt x="15" y="140"/>
                    </a:lnTo>
                    <a:lnTo>
                      <a:pt x="13" y="113"/>
                    </a:lnTo>
                    <a:lnTo>
                      <a:pt x="10" y="89"/>
                    </a:lnTo>
                    <a:lnTo>
                      <a:pt x="8" y="67"/>
                    </a:lnTo>
                    <a:lnTo>
                      <a:pt x="6" y="47"/>
                    </a:lnTo>
                    <a:lnTo>
                      <a:pt x="4" y="31"/>
                    </a:lnTo>
                    <a:lnTo>
                      <a:pt x="2" y="18"/>
                    </a:lnTo>
                    <a:lnTo>
                      <a:pt x="2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9CED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34"/>
              <p:cNvSpPr>
                <a:spLocks/>
              </p:cNvSpPr>
              <p:nvPr/>
            </p:nvSpPr>
            <p:spPr bwMode="auto">
              <a:xfrm>
                <a:off x="9758363" y="3627438"/>
                <a:ext cx="163512" cy="1603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52" y="14"/>
                  </a:cxn>
                  <a:cxn ang="0">
                    <a:pos x="52" y="30"/>
                  </a:cxn>
                  <a:cxn ang="0">
                    <a:pos x="52" y="48"/>
                  </a:cxn>
                  <a:cxn ang="0">
                    <a:pos x="50" y="66"/>
                  </a:cxn>
                  <a:cxn ang="0">
                    <a:pos x="46" y="84"/>
                  </a:cxn>
                  <a:cxn ang="0">
                    <a:pos x="48" y="84"/>
                  </a:cxn>
                  <a:cxn ang="0">
                    <a:pos x="64" y="81"/>
                  </a:cxn>
                  <a:cxn ang="0">
                    <a:pos x="75" y="77"/>
                  </a:cxn>
                  <a:cxn ang="0">
                    <a:pos x="88" y="70"/>
                  </a:cxn>
                  <a:cxn ang="0">
                    <a:pos x="103" y="60"/>
                  </a:cxn>
                  <a:cxn ang="0">
                    <a:pos x="97" y="67"/>
                  </a:cxn>
                  <a:cxn ang="0">
                    <a:pos x="90" y="74"/>
                  </a:cxn>
                  <a:cxn ang="0">
                    <a:pos x="81" y="80"/>
                  </a:cxn>
                  <a:cxn ang="0">
                    <a:pos x="70" y="87"/>
                  </a:cxn>
                  <a:cxn ang="0">
                    <a:pos x="56" y="92"/>
                  </a:cxn>
                  <a:cxn ang="0">
                    <a:pos x="40" y="96"/>
                  </a:cxn>
                  <a:cxn ang="0">
                    <a:pos x="22" y="99"/>
                  </a:cxn>
                  <a:cxn ang="0">
                    <a:pos x="0" y="101"/>
                  </a:cxn>
                  <a:cxn ang="0">
                    <a:pos x="11" y="0"/>
                  </a:cxn>
                </a:cxnLst>
                <a:rect l="0" t="0" r="r" b="b"/>
                <a:pathLst>
                  <a:path w="103" h="101">
                    <a:moveTo>
                      <a:pt x="11" y="0"/>
                    </a:moveTo>
                    <a:lnTo>
                      <a:pt x="38" y="0"/>
                    </a:lnTo>
                    <a:lnTo>
                      <a:pt x="51" y="1"/>
                    </a:lnTo>
                    <a:lnTo>
                      <a:pt x="52" y="14"/>
                    </a:lnTo>
                    <a:lnTo>
                      <a:pt x="52" y="30"/>
                    </a:lnTo>
                    <a:lnTo>
                      <a:pt x="52" y="48"/>
                    </a:lnTo>
                    <a:lnTo>
                      <a:pt x="50" y="66"/>
                    </a:lnTo>
                    <a:lnTo>
                      <a:pt x="46" y="84"/>
                    </a:lnTo>
                    <a:lnTo>
                      <a:pt x="48" y="84"/>
                    </a:lnTo>
                    <a:lnTo>
                      <a:pt x="64" y="81"/>
                    </a:lnTo>
                    <a:lnTo>
                      <a:pt x="75" y="77"/>
                    </a:lnTo>
                    <a:lnTo>
                      <a:pt x="88" y="70"/>
                    </a:lnTo>
                    <a:lnTo>
                      <a:pt x="103" y="60"/>
                    </a:lnTo>
                    <a:lnTo>
                      <a:pt x="97" y="67"/>
                    </a:lnTo>
                    <a:lnTo>
                      <a:pt x="90" y="74"/>
                    </a:lnTo>
                    <a:lnTo>
                      <a:pt x="81" y="80"/>
                    </a:lnTo>
                    <a:lnTo>
                      <a:pt x="70" y="87"/>
                    </a:lnTo>
                    <a:lnTo>
                      <a:pt x="56" y="92"/>
                    </a:lnTo>
                    <a:lnTo>
                      <a:pt x="40" y="96"/>
                    </a:lnTo>
                    <a:lnTo>
                      <a:pt x="22" y="99"/>
                    </a:lnTo>
                    <a:lnTo>
                      <a:pt x="0" y="10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6934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35"/>
              <p:cNvSpPr>
                <a:spLocks/>
              </p:cNvSpPr>
              <p:nvPr/>
            </p:nvSpPr>
            <p:spPr bwMode="auto">
              <a:xfrm>
                <a:off x="9317038" y="4105275"/>
                <a:ext cx="39687" cy="60325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1"/>
                  </a:cxn>
                  <a:cxn ang="0">
                    <a:pos x="23" y="6"/>
                  </a:cxn>
                  <a:cxn ang="0">
                    <a:pos x="23" y="13"/>
                  </a:cxn>
                  <a:cxn ang="0">
                    <a:pos x="24" y="23"/>
                  </a:cxn>
                  <a:cxn ang="0">
                    <a:pos x="25" y="35"/>
                  </a:cxn>
                  <a:cxn ang="0">
                    <a:pos x="16" y="37"/>
                  </a:cxn>
                  <a:cxn ang="0">
                    <a:pos x="8" y="37"/>
                  </a:cxn>
                  <a:cxn ang="0">
                    <a:pos x="2" y="38"/>
                  </a:cxn>
                  <a:cxn ang="0">
                    <a:pos x="2" y="35"/>
                  </a:cxn>
                  <a:cxn ang="0">
                    <a:pos x="2" y="32"/>
                  </a:cxn>
                  <a:cxn ang="0">
                    <a:pos x="2" y="25"/>
                  </a:cxn>
                  <a:cxn ang="0">
                    <a:pos x="1" y="16"/>
                  </a:cxn>
                  <a:cxn ang="0">
                    <a:pos x="0" y="3"/>
                  </a:cxn>
                  <a:cxn ang="0">
                    <a:pos x="11" y="2"/>
                  </a:cxn>
                  <a:cxn ang="0">
                    <a:pos x="22" y="0"/>
                  </a:cxn>
                </a:cxnLst>
                <a:rect l="0" t="0" r="r" b="b"/>
                <a:pathLst>
                  <a:path w="25" h="38">
                    <a:moveTo>
                      <a:pt x="22" y="0"/>
                    </a:moveTo>
                    <a:lnTo>
                      <a:pt x="22" y="1"/>
                    </a:lnTo>
                    <a:lnTo>
                      <a:pt x="23" y="6"/>
                    </a:lnTo>
                    <a:lnTo>
                      <a:pt x="23" y="13"/>
                    </a:lnTo>
                    <a:lnTo>
                      <a:pt x="24" y="23"/>
                    </a:lnTo>
                    <a:lnTo>
                      <a:pt x="25" y="35"/>
                    </a:lnTo>
                    <a:lnTo>
                      <a:pt x="16" y="37"/>
                    </a:lnTo>
                    <a:lnTo>
                      <a:pt x="8" y="37"/>
                    </a:lnTo>
                    <a:lnTo>
                      <a:pt x="2" y="38"/>
                    </a:lnTo>
                    <a:lnTo>
                      <a:pt x="2" y="35"/>
                    </a:lnTo>
                    <a:lnTo>
                      <a:pt x="2" y="32"/>
                    </a:lnTo>
                    <a:lnTo>
                      <a:pt x="2" y="25"/>
                    </a:lnTo>
                    <a:lnTo>
                      <a:pt x="1" y="16"/>
                    </a:lnTo>
                    <a:lnTo>
                      <a:pt x="0" y="3"/>
                    </a:lnTo>
                    <a:lnTo>
                      <a:pt x="11" y="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6"/>
              <p:cNvSpPr>
                <a:spLocks/>
              </p:cNvSpPr>
              <p:nvPr/>
            </p:nvSpPr>
            <p:spPr bwMode="auto">
              <a:xfrm>
                <a:off x="9240838" y="3225800"/>
                <a:ext cx="587375" cy="920750"/>
              </a:xfrm>
              <a:custGeom>
                <a:avLst/>
                <a:gdLst/>
                <a:ahLst/>
                <a:cxnLst>
                  <a:cxn ang="0">
                    <a:pos x="112" y="1"/>
                  </a:cxn>
                  <a:cxn ang="0">
                    <a:pos x="119" y="12"/>
                  </a:cxn>
                  <a:cxn ang="0">
                    <a:pos x="131" y="31"/>
                  </a:cxn>
                  <a:cxn ang="0">
                    <a:pos x="149" y="58"/>
                  </a:cxn>
                  <a:cxn ang="0">
                    <a:pos x="169" y="91"/>
                  </a:cxn>
                  <a:cxn ang="0">
                    <a:pos x="193" y="128"/>
                  </a:cxn>
                  <a:cxn ang="0">
                    <a:pos x="220" y="161"/>
                  </a:cxn>
                  <a:cxn ang="0">
                    <a:pos x="253" y="188"/>
                  </a:cxn>
                  <a:cxn ang="0">
                    <a:pos x="292" y="208"/>
                  </a:cxn>
                  <a:cxn ang="0">
                    <a:pos x="342" y="223"/>
                  </a:cxn>
                  <a:cxn ang="0">
                    <a:pos x="370" y="237"/>
                  </a:cxn>
                  <a:cxn ang="0">
                    <a:pos x="370" y="258"/>
                  </a:cxn>
                  <a:cxn ang="0">
                    <a:pos x="368" y="288"/>
                  </a:cxn>
                  <a:cxn ang="0">
                    <a:pos x="364" y="321"/>
                  </a:cxn>
                  <a:cxn ang="0">
                    <a:pos x="359" y="350"/>
                  </a:cxn>
                  <a:cxn ang="0">
                    <a:pos x="351" y="372"/>
                  </a:cxn>
                  <a:cxn ang="0">
                    <a:pos x="343" y="372"/>
                  </a:cxn>
                  <a:cxn ang="0">
                    <a:pos x="324" y="369"/>
                  </a:cxn>
                  <a:cxn ang="0">
                    <a:pos x="297" y="365"/>
                  </a:cxn>
                  <a:cxn ang="0">
                    <a:pos x="267" y="361"/>
                  </a:cxn>
                  <a:cxn ang="0">
                    <a:pos x="237" y="354"/>
                  </a:cxn>
                  <a:cxn ang="0">
                    <a:pos x="214" y="345"/>
                  </a:cxn>
                  <a:cxn ang="0">
                    <a:pos x="197" y="338"/>
                  </a:cxn>
                  <a:cxn ang="0">
                    <a:pos x="176" y="327"/>
                  </a:cxn>
                  <a:cxn ang="0">
                    <a:pos x="161" y="316"/>
                  </a:cxn>
                  <a:cxn ang="0">
                    <a:pos x="142" y="299"/>
                  </a:cxn>
                  <a:cxn ang="0">
                    <a:pos x="134" y="306"/>
                  </a:cxn>
                  <a:cxn ang="0">
                    <a:pos x="145" y="354"/>
                  </a:cxn>
                  <a:cxn ang="0">
                    <a:pos x="156" y="413"/>
                  </a:cxn>
                  <a:cxn ang="0">
                    <a:pos x="164" y="455"/>
                  </a:cxn>
                  <a:cxn ang="0">
                    <a:pos x="171" y="506"/>
                  </a:cxn>
                  <a:cxn ang="0">
                    <a:pos x="173" y="529"/>
                  </a:cxn>
                  <a:cxn ang="0">
                    <a:pos x="176" y="546"/>
                  </a:cxn>
                  <a:cxn ang="0">
                    <a:pos x="176" y="553"/>
                  </a:cxn>
                  <a:cxn ang="0">
                    <a:pos x="170" y="555"/>
                  </a:cxn>
                  <a:cxn ang="0">
                    <a:pos x="154" y="559"/>
                  </a:cxn>
                  <a:cxn ang="0">
                    <a:pos x="132" y="565"/>
                  </a:cxn>
                  <a:cxn ang="0">
                    <a:pos x="95" y="573"/>
                  </a:cxn>
                  <a:cxn ang="0">
                    <a:pos x="73" y="578"/>
                  </a:cxn>
                  <a:cxn ang="0">
                    <a:pos x="57" y="580"/>
                  </a:cxn>
                  <a:cxn ang="0">
                    <a:pos x="56" y="573"/>
                  </a:cxn>
                  <a:cxn ang="0">
                    <a:pos x="56" y="561"/>
                  </a:cxn>
                  <a:cxn ang="0">
                    <a:pos x="54" y="541"/>
                  </a:cxn>
                  <a:cxn ang="0">
                    <a:pos x="52" y="512"/>
                  </a:cxn>
                  <a:cxn ang="0">
                    <a:pos x="48" y="471"/>
                  </a:cxn>
                  <a:cxn ang="0">
                    <a:pos x="44" y="416"/>
                  </a:cxn>
                  <a:cxn ang="0">
                    <a:pos x="38" y="345"/>
                  </a:cxn>
                  <a:cxn ang="0">
                    <a:pos x="33" y="280"/>
                  </a:cxn>
                  <a:cxn ang="0">
                    <a:pos x="26" y="218"/>
                  </a:cxn>
                  <a:cxn ang="0">
                    <a:pos x="19" y="160"/>
                  </a:cxn>
                  <a:cxn ang="0">
                    <a:pos x="13" y="110"/>
                  </a:cxn>
                  <a:cxn ang="0">
                    <a:pos x="7" y="69"/>
                  </a:cxn>
                  <a:cxn ang="0">
                    <a:pos x="3" y="40"/>
                  </a:cxn>
                  <a:cxn ang="0">
                    <a:pos x="1" y="24"/>
                  </a:cxn>
                  <a:cxn ang="0">
                    <a:pos x="111" y="0"/>
                  </a:cxn>
                </a:cxnLst>
                <a:rect l="0" t="0" r="r" b="b"/>
                <a:pathLst>
                  <a:path w="370" h="580">
                    <a:moveTo>
                      <a:pt x="111" y="0"/>
                    </a:moveTo>
                    <a:lnTo>
                      <a:pt x="112" y="1"/>
                    </a:lnTo>
                    <a:lnTo>
                      <a:pt x="115" y="5"/>
                    </a:lnTo>
                    <a:lnTo>
                      <a:pt x="119" y="12"/>
                    </a:lnTo>
                    <a:lnTo>
                      <a:pt x="125" y="21"/>
                    </a:lnTo>
                    <a:lnTo>
                      <a:pt x="131" y="31"/>
                    </a:lnTo>
                    <a:lnTo>
                      <a:pt x="139" y="44"/>
                    </a:lnTo>
                    <a:lnTo>
                      <a:pt x="149" y="58"/>
                    </a:lnTo>
                    <a:lnTo>
                      <a:pt x="158" y="74"/>
                    </a:lnTo>
                    <a:lnTo>
                      <a:pt x="169" y="91"/>
                    </a:lnTo>
                    <a:lnTo>
                      <a:pt x="180" y="109"/>
                    </a:lnTo>
                    <a:lnTo>
                      <a:pt x="193" y="128"/>
                    </a:lnTo>
                    <a:lnTo>
                      <a:pt x="206" y="145"/>
                    </a:lnTo>
                    <a:lnTo>
                      <a:pt x="220" y="161"/>
                    </a:lnTo>
                    <a:lnTo>
                      <a:pt x="236" y="175"/>
                    </a:lnTo>
                    <a:lnTo>
                      <a:pt x="253" y="188"/>
                    </a:lnTo>
                    <a:lnTo>
                      <a:pt x="271" y="199"/>
                    </a:lnTo>
                    <a:lnTo>
                      <a:pt x="292" y="208"/>
                    </a:lnTo>
                    <a:lnTo>
                      <a:pt x="316" y="217"/>
                    </a:lnTo>
                    <a:lnTo>
                      <a:pt x="342" y="223"/>
                    </a:lnTo>
                    <a:lnTo>
                      <a:pt x="370" y="229"/>
                    </a:lnTo>
                    <a:lnTo>
                      <a:pt x="370" y="237"/>
                    </a:lnTo>
                    <a:lnTo>
                      <a:pt x="370" y="247"/>
                    </a:lnTo>
                    <a:lnTo>
                      <a:pt x="370" y="258"/>
                    </a:lnTo>
                    <a:lnTo>
                      <a:pt x="369" y="273"/>
                    </a:lnTo>
                    <a:lnTo>
                      <a:pt x="368" y="288"/>
                    </a:lnTo>
                    <a:lnTo>
                      <a:pt x="366" y="304"/>
                    </a:lnTo>
                    <a:lnTo>
                      <a:pt x="364" y="321"/>
                    </a:lnTo>
                    <a:lnTo>
                      <a:pt x="362" y="336"/>
                    </a:lnTo>
                    <a:lnTo>
                      <a:pt x="359" y="350"/>
                    </a:lnTo>
                    <a:lnTo>
                      <a:pt x="355" y="362"/>
                    </a:lnTo>
                    <a:lnTo>
                      <a:pt x="351" y="372"/>
                    </a:lnTo>
                    <a:lnTo>
                      <a:pt x="349" y="372"/>
                    </a:lnTo>
                    <a:lnTo>
                      <a:pt x="343" y="372"/>
                    </a:lnTo>
                    <a:lnTo>
                      <a:pt x="335" y="370"/>
                    </a:lnTo>
                    <a:lnTo>
                      <a:pt x="324" y="369"/>
                    </a:lnTo>
                    <a:lnTo>
                      <a:pt x="311" y="368"/>
                    </a:lnTo>
                    <a:lnTo>
                      <a:pt x="297" y="365"/>
                    </a:lnTo>
                    <a:lnTo>
                      <a:pt x="282" y="363"/>
                    </a:lnTo>
                    <a:lnTo>
                      <a:pt x="267" y="361"/>
                    </a:lnTo>
                    <a:lnTo>
                      <a:pt x="251" y="357"/>
                    </a:lnTo>
                    <a:lnTo>
                      <a:pt x="237" y="354"/>
                    </a:lnTo>
                    <a:lnTo>
                      <a:pt x="225" y="349"/>
                    </a:lnTo>
                    <a:lnTo>
                      <a:pt x="214" y="345"/>
                    </a:lnTo>
                    <a:lnTo>
                      <a:pt x="205" y="341"/>
                    </a:lnTo>
                    <a:lnTo>
                      <a:pt x="197" y="338"/>
                    </a:lnTo>
                    <a:lnTo>
                      <a:pt x="190" y="334"/>
                    </a:lnTo>
                    <a:lnTo>
                      <a:pt x="176" y="327"/>
                    </a:lnTo>
                    <a:lnTo>
                      <a:pt x="169" y="322"/>
                    </a:lnTo>
                    <a:lnTo>
                      <a:pt x="161" y="316"/>
                    </a:lnTo>
                    <a:lnTo>
                      <a:pt x="152" y="308"/>
                    </a:lnTo>
                    <a:lnTo>
                      <a:pt x="142" y="299"/>
                    </a:lnTo>
                    <a:lnTo>
                      <a:pt x="131" y="287"/>
                    </a:lnTo>
                    <a:lnTo>
                      <a:pt x="134" y="306"/>
                    </a:lnTo>
                    <a:lnTo>
                      <a:pt x="139" y="329"/>
                    </a:lnTo>
                    <a:lnTo>
                      <a:pt x="145" y="354"/>
                    </a:lnTo>
                    <a:lnTo>
                      <a:pt x="150" y="382"/>
                    </a:lnTo>
                    <a:lnTo>
                      <a:pt x="156" y="413"/>
                    </a:lnTo>
                    <a:lnTo>
                      <a:pt x="162" y="445"/>
                    </a:lnTo>
                    <a:lnTo>
                      <a:pt x="164" y="455"/>
                    </a:lnTo>
                    <a:lnTo>
                      <a:pt x="165" y="467"/>
                    </a:lnTo>
                    <a:lnTo>
                      <a:pt x="171" y="506"/>
                    </a:lnTo>
                    <a:lnTo>
                      <a:pt x="172" y="518"/>
                    </a:lnTo>
                    <a:lnTo>
                      <a:pt x="173" y="529"/>
                    </a:lnTo>
                    <a:lnTo>
                      <a:pt x="174" y="539"/>
                    </a:lnTo>
                    <a:lnTo>
                      <a:pt x="176" y="546"/>
                    </a:lnTo>
                    <a:lnTo>
                      <a:pt x="176" y="551"/>
                    </a:lnTo>
                    <a:lnTo>
                      <a:pt x="176" y="553"/>
                    </a:lnTo>
                    <a:lnTo>
                      <a:pt x="174" y="554"/>
                    </a:lnTo>
                    <a:lnTo>
                      <a:pt x="170" y="555"/>
                    </a:lnTo>
                    <a:lnTo>
                      <a:pt x="163" y="557"/>
                    </a:lnTo>
                    <a:lnTo>
                      <a:pt x="154" y="559"/>
                    </a:lnTo>
                    <a:lnTo>
                      <a:pt x="144" y="562"/>
                    </a:lnTo>
                    <a:lnTo>
                      <a:pt x="132" y="565"/>
                    </a:lnTo>
                    <a:lnTo>
                      <a:pt x="107" y="571"/>
                    </a:lnTo>
                    <a:lnTo>
                      <a:pt x="95" y="573"/>
                    </a:lnTo>
                    <a:lnTo>
                      <a:pt x="83" y="576"/>
                    </a:lnTo>
                    <a:lnTo>
                      <a:pt x="73" y="578"/>
                    </a:lnTo>
                    <a:lnTo>
                      <a:pt x="64" y="580"/>
                    </a:lnTo>
                    <a:lnTo>
                      <a:pt x="57" y="580"/>
                    </a:lnTo>
                    <a:lnTo>
                      <a:pt x="57" y="577"/>
                    </a:lnTo>
                    <a:lnTo>
                      <a:pt x="56" y="573"/>
                    </a:lnTo>
                    <a:lnTo>
                      <a:pt x="56" y="568"/>
                    </a:lnTo>
                    <a:lnTo>
                      <a:pt x="56" y="561"/>
                    </a:lnTo>
                    <a:lnTo>
                      <a:pt x="55" y="553"/>
                    </a:lnTo>
                    <a:lnTo>
                      <a:pt x="54" y="541"/>
                    </a:lnTo>
                    <a:lnTo>
                      <a:pt x="53" y="528"/>
                    </a:lnTo>
                    <a:lnTo>
                      <a:pt x="52" y="512"/>
                    </a:lnTo>
                    <a:lnTo>
                      <a:pt x="50" y="493"/>
                    </a:lnTo>
                    <a:lnTo>
                      <a:pt x="48" y="471"/>
                    </a:lnTo>
                    <a:lnTo>
                      <a:pt x="46" y="445"/>
                    </a:lnTo>
                    <a:lnTo>
                      <a:pt x="44" y="416"/>
                    </a:lnTo>
                    <a:lnTo>
                      <a:pt x="42" y="383"/>
                    </a:lnTo>
                    <a:lnTo>
                      <a:pt x="38" y="345"/>
                    </a:lnTo>
                    <a:lnTo>
                      <a:pt x="36" y="313"/>
                    </a:lnTo>
                    <a:lnTo>
                      <a:pt x="33" y="280"/>
                    </a:lnTo>
                    <a:lnTo>
                      <a:pt x="29" y="248"/>
                    </a:lnTo>
                    <a:lnTo>
                      <a:pt x="26" y="218"/>
                    </a:lnTo>
                    <a:lnTo>
                      <a:pt x="23" y="188"/>
                    </a:lnTo>
                    <a:lnTo>
                      <a:pt x="19" y="160"/>
                    </a:lnTo>
                    <a:lnTo>
                      <a:pt x="16" y="134"/>
                    </a:lnTo>
                    <a:lnTo>
                      <a:pt x="13" y="110"/>
                    </a:lnTo>
                    <a:lnTo>
                      <a:pt x="10" y="89"/>
                    </a:lnTo>
                    <a:lnTo>
                      <a:pt x="7" y="69"/>
                    </a:lnTo>
                    <a:lnTo>
                      <a:pt x="5" y="53"/>
                    </a:lnTo>
                    <a:lnTo>
                      <a:pt x="3" y="40"/>
                    </a:lnTo>
                    <a:lnTo>
                      <a:pt x="2" y="30"/>
                    </a:lnTo>
                    <a:lnTo>
                      <a:pt x="1" y="24"/>
                    </a:lnTo>
                    <a:lnTo>
                      <a:pt x="0" y="22"/>
                    </a:lnTo>
                    <a:lnTo>
                      <a:pt x="11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7"/>
              <p:cNvSpPr>
                <a:spLocks/>
              </p:cNvSpPr>
              <p:nvPr/>
            </p:nvSpPr>
            <p:spPr bwMode="auto">
              <a:xfrm>
                <a:off x="8707438" y="4870450"/>
                <a:ext cx="309562" cy="136525"/>
              </a:xfrm>
              <a:custGeom>
                <a:avLst/>
                <a:gdLst/>
                <a:ahLst/>
                <a:cxnLst>
                  <a:cxn ang="0">
                    <a:pos x="98" y="0"/>
                  </a:cxn>
                  <a:cxn ang="0">
                    <a:pos x="116" y="1"/>
                  </a:cxn>
                  <a:cxn ang="0">
                    <a:pos x="130" y="4"/>
                  </a:cxn>
                  <a:cxn ang="0">
                    <a:pos x="144" y="9"/>
                  </a:cxn>
                  <a:cxn ang="0">
                    <a:pos x="155" y="15"/>
                  </a:cxn>
                  <a:cxn ang="0">
                    <a:pos x="164" y="22"/>
                  </a:cxn>
                  <a:cxn ang="0">
                    <a:pos x="172" y="30"/>
                  </a:cxn>
                  <a:cxn ang="0">
                    <a:pos x="178" y="38"/>
                  </a:cxn>
                  <a:cxn ang="0">
                    <a:pos x="183" y="48"/>
                  </a:cxn>
                  <a:cxn ang="0">
                    <a:pos x="188" y="56"/>
                  </a:cxn>
                  <a:cxn ang="0">
                    <a:pos x="190" y="64"/>
                  </a:cxn>
                  <a:cxn ang="0">
                    <a:pos x="192" y="71"/>
                  </a:cxn>
                  <a:cxn ang="0">
                    <a:pos x="194" y="77"/>
                  </a:cxn>
                  <a:cxn ang="0">
                    <a:pos x="194" y="82"/>
                  </a:cxn>
                  <a:cxn ang="0">
                    <a:pos x="195" y="85"/>
                  </a:cxn>
                  <a:cxn ang="0">
                    <a:pos x="195" y="86"/>
                  </a:cxn>
                  <a:cxn ang="0">
                    <a:pos x="0" y="86"/>
                  </a:cxn>
                  <a:cxn ang="0">
                    <a:pos x="0" y="85"/>
                  </a:cxn>
                  <a:cxn ang="0">
                    <a:pos x="1" y="81"/>
                  </a:cxn>
                  <a:cxn ang="0">
                    <a:pos x="2" y="76"/>
                  </a:cxn>
                  <a:cxn ang="0">
                    <a:pos x="5" y="69"/>
                  </a:cxn>
                  <a:cxn ang="0">
                    <a:pos x="8" y="61"/>
                  </a:cxn>
                  <a:cxn ang="0">
                    <a:pos x="12" y="52"/>
                  </a:cxn>
                  <a:cxn ang="0">
                    <a:pos x="18" y="43"/>
                  </a:cxn>
                  <a:cxn ang="0">
                    <a:pos x="25" y="33"/>
                  </a:cxn>
                  <a:cxn ang="0">
                    <a:pos x="33" y="25"/>
                  </a:cxn>
                  <a:cxn ang="0">
                    <a:pos x="42" y="17"/>
                  </a:cxn>
                  <a:cxn ang="0">
                    <a:pos x="53" y="10"/>
                  </a:cxn>
                  <a:cxn ang="0">
                    <a:pos x="66" y="4"/>
                  </a:cxn>
                  <a:cxn ang="0">
                    <a:pos x="82" y="1"/>
                  </a:cxn>
                  <a:cxn ang="0">
                    <a:pos x="98" y="0"/>
                  </a:cxn>
                </a:cxnLst>
                <a:rect l="0" t="0" r="r" b="b"/>
                <a:pathLst>
                  <a:path w="195" h="86">
                    <a:moveTo>
                      <a:pt x="98" y="0"/>
                    </a:moveTo>
                    <a:lnTo>
                      <a:pt x="116" y="1"/>
                    </a:lnTo>
                    <a:lnTo>
                      <a:pt x="130" y="4"/>
                    </a:lnTo>
                    <a:lnTo>
                      <a:pt x="144" y="9"/>
                    </a:lnTo>
                    <a:lnTo>
                      <a:pt x="155" y="15"/>
                    </a:lnTo>
                    <a:lnTo>
                      <a:pt x="164" y="22"/>
                    </a:lnTo>
                    <a:lnTo>
                      <a:pt x="172" y="30"/>
                    </a:lnTo>
                    <a:lnTo>
                      <a:pt x="178" y="38"/>
                    </a:lnTo>
                    <a:lnTo>
                      <a:pt x="183" y="48"/>
                    </a:lnTo>
                    <a:lnTo>
                      <a:pt x="188" y="56"/>
                    </a:lnTo>
                    <a:lnTo>
                      <a:pt x="190" y="64"/>
                    </a:lnTo>
                    <a:lnTo>
                      <a:pt x="192" y="71"/>
                    </a:lnTo>
                    <a:lnTo>
                      <a:pt x="194" y="77"/>
                    </a:lnTo>
                    <a:lnTo>
                      <a:pt x="194" y="82"/>
                    </a:lnTo>
                    <a:lnTo>
                      <a:pt x="195" y="85"/>
                    </a:lnTo>
                    <a:lnTo>
                      <a:pt x="195" y="86"/>
                    </a:lnTo>
                    <a:lnTo>
                      <a:pt x="0" y="86"/>
                    </a:lnTo>
                    <a:lnTo>
                      <a:pt x="0" y="85"/>
                    </a:lnTo>
                    <a:lnTo>
                      <a:pt x="1" y="81"/>
                    </a:lnTo>
                    <a:lnTo>
                      <a:pt x="2" y="76"/>
                    </a:lnTo>
                    <a:lnTo>
                      <a:pt x="5" y="69"/>
                    </a:lnTo>
                    <a:lnTo>
                      <a:pt x="8" y="61"/>
                    </a:lnTo>
                    <a:lnTo>
                      <a:pt x="12" y="52"/>
                    </a:lnTo>
                    <a:lnTo>
                      <a:pt x="18" y="43"/>
                    </a:lnTo>
                    <a:lnTo>
                      <a:pt x="25" y="33"/>
                    </a:lnTo>
                    <a:lnTo>
                      <a:pt x="33" y="25"/>
                    </a:lnTo>
                    <a:lnTo>
                      <a:pt x="42" y="17"/>
                    </a:lnTo>
                    <a:lnTo>
                      <a:pt x="53" y="10"/>
                    </a:lnTo>
                    <a:lnTo>
                      <a:pt x="66" y="4"/>
                    </a:lnTo>
                    <a:lnTo>
                      <a:pt x="82" y="1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8"/>
              <p:cNvSpPr>
                <a:spLocks/>
              </p:cNvSpPr>
              <p:nvPr/>
            </p:nvSpPr>
            <p:spPr bwMode="auto">
              <a:xfrm>
                <a:off x="9263063" y="4875213"/>
                <a:ext cx="309562" cy="131763"/>
              </a:xfrm>
              <a:custGeom>
                <a:avLst/>
                <a:gdLst/>
                <a:ahLst/>
                <a:cxnLst>
                  <a:cxn ang="0">
                    <a:pos x="118" y="0"/>
                  </a:cxn>
                  <a:cxn ang="0">
                    <a:pos x="133" y="1"/>
                  </a:cxn>
                  <a:cxn ang="0">
                    <a:pos x="147" y="4"/>
                  </a:cxn>
                  <a:cxn ang="0">
                    <a:pos x="158" y="8"/>
                  </a:cxn>
                  <a:cxn ang="0">
                    <a:pos x="167" y="14"/>
                  </a:cxn>
                  <a:cxn ang="0">
                    <a:pos x="175" y="21"/>
                  </a:cxn>
                  <a:cxn ang="0">
                    <a:pos x="181" y="29"/>
                  </a:cxn>
                  <a:cxn ang="0">
                    <a:pos x="186" y="37"/>
                  </a:cxn>
                  <a:cxn ang="0">
                    <a:pos x="189" y="46"/>
                  </a:cxn>
                  <a:cxn ang="0">
                    <a:pos x="192" y="54"/>
                  </a:cxn>
                  <a:cxn ang="0">
                    <a:pos x="194" y="62"/>
                  </a:cxn>
                  <a:cxn ang="0">
                    <a:pos x="194" y="69"/>
                  </a:cxn>
                  <a:cxn ang="0">
                    <a:pos x="195" y="75"/>
                  </a:cxn>
                  <a:cxn ang="0">
                    <a:pos x="195" y="83"/>
                  </a:cxn>
                  <a:cxn ang="0">
                    <a:pos x="0" y="83"/>
                  </a:cxn>
                  <a:cxn ang="0">
                    <a:pos x="0" y="82"/>
                  </a:cxn>
                  <a:cxn ang="0">
                    <a:pos x="2" y="78"/>
                  </a:cxn>
                  <a:cxn ang="0">
                    <a:pos x="4" y="73"/>
                  </a:cxn>
                  <a:cxn ang="0">
                    <a:pos x="7" y="67"/>
                  </a:cxn>
                  <a:cxn ang="0">
                    <a:pos x="12" y="59"/>
                  </a:cxn>
                  <a:cxn ang="0">
                    <a:pos x="18" y="50"/>
                  </a:cxn>
                  <a:cxn ang="0">
                    <a:pos x="24" y="41"/>
                  </a:cxn>
                  <a:cxn ang="0">
                    <a:pos x="33" y="33"/>
                  </a:cxn>
                  <a:cxn ang="0">
                    <a:pos x="43" y="24"/>
                  </a:cxn>
                  <a:cxn ang="0">
                    <a:pos x="55" y="16"/>
                  </a:cxn>
                  <a:cxn ang="0">
                    <a:pos x="67" y="9"/>
                  </a:cxn>
                  <a:cxn ang="0">
                    <a:pos x="82" y="5"/>
                  </a:cxn>
                  <a:cxn ang="0">
                    <a:pos x="99" y="1"/>
                  </a:cxn>
                  <a:cxn ang="0">
                    <a:pos x="118" y="0"/>
                  </a:cxn>
                </a:cxnLst>
                <a:rect l="0" t="0" r="r" b="b"/>
                <a:pathLst>
                  <a:path w="195" h="83">
                    <a:moveTo>
                      <a:pt x="118" y="0"/>
                    </a:moveTo>
                    <a:lnTo>
                      <a:pt x="133" y="1"/>
                    </a:lnTo>
                    <a:lnTo>
                      <a:pt x="147" y="4"/>
                    </a:lnTo>
                    <a:lnTo>
                      <a:pt x="158" y="8"/>
                    </a:lnTo>
                    <a:lnTo>
                      <a:pt x="167" y="14"/>
                    </a:lnTo>
                    <a:lnTo>
                      <a:pt x="175" y="21"/>
                    </a:lnTo>
                    <a:lnTo>
                      <a:pt x="181" y="29"/>
                    </a:lnTo>
                    <a:lnTo>
                      <a:pt x="186" y="37"/>
                    </a:lnTo>
                    <a:lnTo>
                      <a:pt x="189" y="46"/>
                    </a:lnTo>
                    <a:lnTo>
                      <a:pt x="192" y="54"/>
                    </a:lnTo>
                    <a:lnTo>
                      <a:pt x="194" y="62"/>
                    </a:lnTo>
                    <a:lnTo>
                      <a:pt x="194" y="69"/>
                    </a:lnTo>
                    <a:lnTo>
                      <a:pt x="195" y="75"/>
                    </a:lnTo>
                    <a:lnTo>
                      <a:pt x="195" y="83"/>
                    </a:lnTo>
                    <a:lnTo>
                      <a:pt x="0" y="83"/>
                    </a:lnTo>
                    <a:lnTo>
                      <a:pt x="0" y="82"/>
                    </a:lnTo>
                    <a:lnTo>
                      <a:pt x="2" y="78"/>
                    </a:lnTo>
                    <a:lnTo>
                      <a:pt x="4" y="73"/>
                    </a:lnTo>
                    <a:lnTo>
                      <a:pt x="7" y="67"/>
                    </a:lnTo>
                    <a:lnTo>
                      <a:pt x="12" y="59"/>
                    </a:lnTo>
                    <a:lnTo>
                      <a:pt x="18" y="50"/>
                    </a:lnTo>
                    <a:lnTo>
                      <a:pt x="24" y="41"/>
                    </a:lnTo>
                    <a:lnTo>
                      <a:pt x="33" y="33"/>
                    </a:lnTo>
                    <a:lnTo>
                      <a:pt x="43" y="24"/>
                    </a:lnTo>
                    <a:lnTo>
                      <a:pt x="55" y="16"/>
                    </a:lnTo>
                    <a:lnTo>
                      <a:pt x="67" y="9"/>
                    </a:lnTo>
                    <a:lnTo>
                      <a:pt x="82" y="5"/>
                    </a:lnTo>
                    <a:lnTo>
                      <a:pt x="99" y="1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9"/>
              <p:cNvSpPr>
                <a:spLocks/>
              </p:cNvSpPr>
              <p:nvPr/>
            </p:nvSpPr>
            <p:spPr bwMode="auto">
              <a:xfrm>
                <a:off x="9009063" y="4310063"/>
                <a:ext cx="188912" cy="3714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6" y="2"/>
                  </a:cxn>
                  <a:cxn ang="0">
                    <a:pos x="12" y="5"/>
                  </a:cxn>
                  <a:cxn ang="0">
                    <a:pos x="20" y="9"/>
                  </a:cxn>
                  <a:cxn ang="0">
                    <a:pos x="29" y="12"/>
                  </a:cxn>
                  <a:cxn ang="0">
                    <a:pos x="40" y="16"/>
                  </a:cxn>
                  <a:cxn ang="0">
                    <a:pos x="52" y="20"/>
                  </a:cxn>
                  <a:cxn ang="0">
                    <a:pos x="63" y="23"/>
                  </a:cxn>
                  <a:cxn ang="0">
                    <a:pos x="76" y="26"/>
                  </a:cxn>
                  <a:cxn ang="0">
                    <a:pos x="87" y="29"/>
                  </a:cxn>
                  <a:cxn ang="0">
                    <a:pos x="98" y="30"/>
                  </a:cxn>
                  <a:cxn ang="0">
                    <a:pos x="108" y="31"/>
                  </a:cxn>
                  <a:cxn ang="0">
                    <a:pos x="115" y="34"/>
                  </a:cxn>
                  <a:cxn ang="0">
                    <a:pos x="119" y="36"/>
                  </a:cxn>
                  <a:cxn ang="0">
                    <a:pos x="119" y="39"/>
                  </a:cxn>
                  <a:cxn ang="0">
                    <a:pos x="117" y="42"/>
                  </a:cxn>
                  <a:cxn ang="0">
                    <a:pos x="113" y="44"/>
                  </a:cxn>
                  <a:cxn ang="0">
                    <a:pos x="107" y="44"/>
                  </a:cxn>
                  <a:cxn ang="0">
                    <a:pos x="101" y="44"/>
                  </a:cxn>
                  <a:cxn ang="0">
                    <a:pos x="95" y="44"/>
                  </a:cxn>
                  <a:cxn ang="0">
                    <a:pos x="89" y="42"/>
                  </a:cxn>
                  <a:cxn ang="0">
                    <a:pos x="80" y="40"/>
                  </a:cxn>
                  <a:cxn ang="0">
                    <a:pos x="80" y="47"/>
                  </a:cxn>
                  <a:cxn ang="0">
                    <a:pos x="79" y="57"/>
                  </a:cxn>
                  <a:cxn ang="0">
                    <a:pos x="79" y="101"/>
                  </a:cxn>
                  <a:cxn ang="0">
                    <a:pos x="80" y="120"/>
                  </a:cxn>
                  <a:cxn ang="0">
                    <a:pos x="81" y="141"/>
                  </a:cxn>
                  <a:cxn ang="0">
                    <a:pos x="82" y="163"/>
                  </a:cxn>
                  <a:cxn ang="0">
                    <a:pos x="84" y="186"/>
                  </a:cxn>
                  <a:cxn ang="0">
                    <a:pos x="87" y="210"/>
                  </a:cxn>
                  <a:cxn ang="0">
                    <a:pos x="90" y="234"/>
                  </a:cxn>
                  <a:cxn ang="0">
                    <a:pos x="87" y="222"/>
                  </a:cxn>
                  <a:cxn ang="0">
                    <a:pos x="85" y="209"/>
                  </a:cxn>
                  <a:cxn ang="0">
                    <a:pos x="83" y="196"/>
                  </a:cxn>
                  <a:cxn ang="0">
                    <a:pos x="81" y="182"/>
                  </a:cxn>
                  <a:cxn ang="0">
                    <a:pos x="79" y="167"/>
                  </a:cxn>
                  <a:cxn ang="0">
                    <a:pos x="77" y="151"/>
                  </a:cxn>
                  <a:cxn ang="0">
                    <a:pos x="75" y="133"/>
                  </a:cxn>
                  <a:cxn ang="0">
                    <a:pos x="73" y="113"/>
                  </a:cxn>
                  <a:cxn ang="0">
                    <a:pos x="69" y="90"/>
                  </a:cxn>
                  <a:cxn ang="0">
                    <a:pos x="66" y="65"/>
                  </a:cxn>
                  <a:cxn ang="0">
                    <a:pos x="61" y="36"/>
                  </a:cxn>
                  <a:cxn ang="0">
                    <a:pos x="28" y="26"/>
                  </a:cxn>
                  <a:cxn ang="0">
                    <a:pos x="27" y="25"/>
                  </a:cxn>
                  <a:cxn ang="0">
                    <a:pos x="18" y="19"/>
                  </a:cxn>
                  <a:cxn ang="0">
                    <a:pos x="12" y="14"/>
                  </a:cxn>
                  <a:cxn ang="0">
                    <a:pos x="6" y="7"/>
                  </a:cxn>
                  <a:cxn ang="0">
                    <a:pos x="0" y="0"/>
                  </a:cxn>
                </a:cxnLst>
                <a:rect l="0" t="0" r="r" b="b"/>
                <a:pathLst>
                  <a:path w="119" h="234">
                    <a:moveTo>
                      <a:pt x="0" y="0"/>
                    </a:moveTo>
                    <a:lnTo>
                      <a:pt x="1" y="1"/>
                    </a:lnTo>
                    <a:lnTo>
                      <a:pt x="6" y="2"/>
                    </a:lnTo>
                    <a:lnTo>
                      <a:pt x="12" y="5"/>
                    </a:lnTo>
                    <a:lnTo>
                      <a:pt x="20" y="9"/>
                    </a:lnTo>
                    <a:lnTo>
                      <a:pt x="29" y="12"/>
                    </a:lnTo>
                    <a:lnTo>
                      <a:pt x="40" y="16"/>
                    </a:lnTo>
                    <a:lnTo>
                      <a:pt x="52" y="20"/>
                    </a:lnTo>
                    <a:lnTo>
                      <a:pt x="63" y="23"/>
                    </a:lnTo>
                    <a:lnTo>
                      <a:pt x="76" y="26"/>
                    </a:lnTo>
                    <a:lnTo>
                      <a:pt x="87" y="29"/>
                    </a:lnTo>
                    <a:lnTo>
                      <a:pt x="98" y="30"/>
                    </a:lnTo>
                    <a:lnTo>
                      <a:pt x="108" y="31"/>
                    </a:lnTo>
                    <a:lnTo>
                      <a:pt x="115" y="34"/>
                    </a:lnTo>
                    <a:lnTo>
                      <a:pt x="119" y="36"/>
                    </a:lnTo>
                    <a:lnTo>
                      <a:pt x="119" y="39"/>
                    </a:lnTo>
                    <a:lnTo>
                      <a:pt x="117" y="42"/>
                    </a:lnTo>
                    <a:lnTo>
                      <a:pt x="113" y="44"/>
                    </a:lnTo>
                    <a:lnTo>
                      <a:pt x="107" y="44"/>
                    </a:lnTo>
                    <a:lnTo>
                      <a:pt x="101" y="44"/>
                    </a:lnTo>
                    <a:lnTo>
                      <a:pt x="95" y="44"/>
                    </a:lnTo>
                    <a:lnTo>
                      <a:pt x="89" y="42"/>
                    </a:lnTo>
                    <a:lnTo>
                      <a:pt x="80" y="40"/>
                    </a:lnTo>
                    <a:lnTo>
                      <a:pt x="80" y="47"/>
                    </a:lnTo>
                    <a:lnTo>
                      <a:pt x="79" y="57"/>
                    </a:lnTo>
                    <a:lnTo>
                      <a:pt x="79" y="101"/>
                    </a:lnTo>
                    <a:lnTo>
                      <a:pt x="80" y="120"/>
                    </a:lnTo>
                    <a:lnTo>
                      <a:pt x="81" y="141"/>
                    </a:lnTo>
                    <a:lnTo>
                      <a:pt x="82" y="163"/>
                    </a:lnTo>
                    <a:lnTo>
                      <a:pt x="84" y="186"/>
                    </a:lnTo>
                    <a:lnTo>
                      <a:pt x="87" y="210"/>
                    </a:lnTo>
                    <a:lnTo>
                      <a:pt x="90" y="234"/>
                    </a:lnTo>
                    <a:lnTo>
                      <a:pt x="87" y="222"/>
                    </a:lnTo>
                    <a:lnTo>
                      <a:pt x="85" y="209"/>
                    </a:lnTo>
                    <a:lnTo>
                      <a:pt x="83" y="196"/>
                    </a:lnTo>
                    <a:lnTo>
                      <a:pt x="81" y="182"/>
                    </a:lnTo>
                    <a:lnTo>
                      <a:pt x="79" y="167"/>
                    </a:lnTo>
                    <a:lnTo>
                      <a:pt x="77" y="151"/>
                    </a:lnTo>
                    <a:lnTo>
                      <a:pt x="75" y="133"/>
                    </a:lnTo>
                    <a:lnTo>
                      <a:pt x="73" y="113"/>
                    </a:lnTo>
                    <a:lnTo>
                      <a:pt x="69" y="90"/>
                    </a:lnTo>
                    <a:lnTo>
                      <a:pt x="66" y="65"/>
                    </a:lnTo>
                    <a:lnTo>
                      <a:pt x="61" y="36"/>
                    </a:lnTo>
                    <a:lnTo>
                      <a:pt x="28" y="26"/>
                    </a:lnTo>
                    <a:lnTo>
                      <a:pt x="27" y="25"/>
                    </a:lnTo>
                    <a:lnTo>
                      <a:pt x="18" y="19"/>
                    </a:lnTo>
                    <a:lnTo>
                      <a:pt x="12" y="14"/>
                    </a:lnTo>
                    <a:lnTo>
                      <a:pt x="6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42"/>
              <p:cNvSpPr>
                <a:spLocks/>
              </p:cNvSpPr>
              <p:nvPr/>
            </p:nvSpPr>
            <p:spPr bwMode="auto">
              <a:xfrm>
                <a:off x="8721725" y="3627438"/>
                <a:ext cx="65087" cy="293688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1" y="2"/>
                  </a:cxn>
                  <a:cxn ang="0">
                    <a:pos x="39" y="7"/>
                  </a:cxn>
                  <a:cxn ang="0">
                    <a:pos x="36" y="15"/>
                  </a:cxn>
                  <a:cxn ang="0">
                    <a:pos x="33" y="26"/>
                  </a:cxn>
                  <a:cxn ang="0">
                    <a:pos x="30" y="40"/>
                  </a:cxn>
                  <a:cxn ang="0">
                    <a:pos x="25" y="56"/>
                  </a:cxn>
                  <a:cxn ang="0">
                    <a:pos x="21" y="74"/>
                  </a:cxn>
                  <a:cxn ang="0">
                    <a:pos x="17" y="93"/>
                  </a:cxn>
                  <a:cxn ang="0">
                    <a:pos x="13" y="114"/>
                  </a:cxn>
                  <a:cxn ang="0">
                    <a:pos x="9" y="137"/>
                  </a:cxn>
                  <a:cxn ang="0">
                    <a:pos x="5" y="160"/>
                  </a:cxn>
                  <a:cxn ang="0">
                    <a:pos x="3" y="185"/>
                  </a:cxn>
                  <a:cxn ang="0">
                    <a:pos x="0" y="117"/>
                  </a:cxn>
                  <a:cxn ang="0">
                    <a:pos x="1" y="116"/>
                  </a:cxn>
                  <a:cxn ang="0">
                    <a:pos x="2" y="111"/>
                  </a:cxn>
                  <a:cxn ang="0">
                    <a:pos x="4" y="103"/>
                  </a:cxn>
                  <a:cxn ang="0">
                    <a:pos x="7" y="92"/>
                  </a:cxn>
                  <a:cxn ang="0">
                    <a:pos x="10" y="80"/>
                  </a:cxn>
                  <a:cxn ang="0">
                    <a:pos x="14" y="67"/>
                  </a:cxn>
                  <a:cxn ang="0">
                    <a:pos x="19" y="53"/>
                  </a:cxn>
                  <a:cxn ang="0">
                    <a:pos x="24" y="39"/>
                  </a:cxn>
                  <a:cxn ang="0">
                    <a:pos x="29" y="25"/>
                  </a:cxn>
                  <a:cxn ang="0">
                    <a:pos x="35" y="12"/>
                  </a:cxn>
                  <a:cxn ang="0">
                    <a:pos x="41" y="0"/>
                  </a:cxn>
                </a:cxnLst>
                <a:rect l="0" t="0" r="r" b="b"/>
                <a:pathLst>
                  <a:path w="41" h="185">
                    <a:moveTo>
                      <a:pt x="41" y="0"/>
                    </a:moveTo>
                    <a:lnTo>
                      <a:pt x="41" y="2"/>
                    </a:lnTo>
                    <a:lnTo>
                      <a:pt x="39" y="7"/>
                    </a:lnTo>
                    <a:lnTo>
                      <a:pt x="36" y="15"/>
                    </a:lnTo>
                    <a:lnTo>
                      <a:pt x="33" y="26"/>
                    </a:lnTo>
                    <a:lnTo>
                      <a:pt x="30" y="40"/>
                    </a:lnTo>
                    <a:lnTo>
                      <a:pt x="25" y="56"/>
                    </a:lnTo>
                    <a:lnTo>
                      <a:pt x="21" y="74"/>
                    </a:lnTo>
                    <a:lnTo>
                      <a:pt x="17" y="93"/>
                    </a:lnTo>
                    <a:lnTo>
                      <a:pt x="13" y="114"/>
                    </a:lnTo>
                    <a:lnTo>
                      <a:pt x="9" y="137"/>
                    </a:lnTo>
                    <a:lnTo>
                      <a:pt x="5" y="160"/>
                    </a:lnTo>
                    <a:lnTo>
                      <a:pt x="3" y="185"/>
                    </a:lnTo>
                    <a:lnTo>
                      <a:pt x="0" y="117"/>
                    </a:lnTo>
                    <a:lnTo>
                      <a:pt x="1" y="116"/>
                    </a:lnTo>
                    <a:lnTo>
                      <a:pt x="2" y="111"/>
                    </a:lnTo>
                    <a:lnTo>
                      <a:pt x="4" y="103"/>
                    </a:lnTo>
                    <a:lnTo>
                      <a:pt x="7" y="92"/>
                    </a:lnTo>
                    <a:lnTo>
                      <a:pt x="10" y="80"/>
                    </a:lnTo>
                    <a:lnTo>
                      <a:pt x="14" y="67"/>
                    </a:lnTo>
                    <a:lnTo>
                      <a:pt x="19" y="53"/>
                    </a:lnTo>
                    <a:lnTo>
                      <a:pt x="24" y="39"/>
                    </a:lnTo>
                    <a:lnTo>
                      <a:pt x="29" y="25"/>
                    </a:lnTo>
                    <a:lnTo>
                      <a:pt x="35" y="1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F3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72" name="Oval 71"/>
          <p:cNvSpPr/>
          <p:nvPr/>
        </p:nvSpPr>
        <p:spPr>
          <a:xfrm>
            <a:off x="1135096" y="5486400"/>
            <a:ext cx="6942926" cy="268013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44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1363212"/>
            <a:ext cx="12188825" cy="48089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Weboldal publikálása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141412" y="1676400"/>
            <a:ext cx="12358969" cy="5181599"/>
            <a:chOff x="1141412" y="1676400"/>
            <a:chExt cx="12358969" cy="5181599"/>
          </a:xfrm>
        </p:grpSpPr>
        <p:grpSp>
          <p:nvGrpSpPr>
            <p:cNvPr id="2" name="Group 1"/>
            <p:cNvGrpSpPr/>
            <p:nvPr/>
          </p:nvGrpSpPr>
          <p:grpSpPr>
            <a:xfrm>
              <a:off x="1141412" y="1676400"/>
              <a:ext cx="12358969" cy="5181599"/>
              <a:chOff x="2606253" y="1295400"/>
              <a:chExt cx="6976315" cy="2924878"/>
            </a:xfrm>
          </p:grpSpPr>
          <p:sp>
            <p:nvSpPr>
              <p:cNvPr id="55" name="Round Same Side Corner Rectangle 54"/>
              <p:cNvSpPr/>
              <p:nvPr/>
            </p:nvSpPr>
            <p:spPr>
              <a:xfrm>
                <a:off x="2613160" y="1295400"/>
                <a:ext cx="6968502" cy="457200"/>
              </a:xfrm>
              <a:prstGeom prst="round2Same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" name="Group 78"/>
              <p:cNvGrpSpPr/>
              <p:nvPr/>
            </p:nvGrpSpPr>
            <p:grpSpPr>
              <a:xfrm>
                <a:off x="2606253" y="1431125"/>
                <a:ext cx="6976315" cy="2789153"/>
                <a:chOff x="3122612" y="1554566"/>
                <a:chExt cx="5943600" cy="2376270"/>
              </a:xfrm>
            </p:grpSpPr>
            <p:grpSp>
              <p:nvGrpSpPr>
                <p:cNvPr id="5" name="Group 14"/>
                <p:cNvGrpSpPr/>
                <p:nvPr/>
              </p:nvGrpSpPr>
              <p:grpSpPr>
                <a:xfrm>
                  <a:off x="3122612" y="1574536"/>
                  <a:ext cx="5943600" cy="2356300"/>
                  <a:chOff x="2894012" y="5419"/>
                  <a:chExt cx="7112000" cy="2819504"/>
                </a:xfrm>
              </p:grpSpPr>
              <p:sp>
                <p:nvSpPr>
                  <p:cNvPr id="9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894012" y="320676"/>
                    <a:ext cx="7112000" cy="2504247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E0E0E0"/>
                      </a:gs>
                      <a:gs pos="100000">
                        <a:sysClr val="window" lastClr="FFFFFF">
                          <a:lumMod val="100000"/>
                        </a:sysClr>
                      </a:gs>
                    </a:gsLst>
                    <a:lin ang="2700000" scaled="1"/>
                    <a:tileRect/>
                  </a:gradFill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4" name="Freeform 8"/>
                  <p:cNvSpPr>
                    <a:spLocks/>
                  </p:cNvSpPr>
                  <p:nvPr/>
                </p:nvSpPr>
                <p:spPr bwMode="auto">
                  <a:xfrm>
                    <a:off x="3068144" y="5419"/>
                    <a:ext cx="101713" cy="101711"/>
                  </a:xfrm>
                  <a:custGeom>
                    <a:avLst/>
                    <a:gdLst/>
                    <a:ahLst/>
                    <a:cxnLst>
                      <a:cxn ang="0">
                        <a:pos x="40" y="0"/>
                      </a:cxn>
                      <a:cxn ang="0">
                        <a:pos x="57" y="3"/>
                      </a:cxn>
                      <a:cxn ang="0">
                        <a:pos x="70" y="12"/>
                      </a:cxn>
                      <a:cxn ang="0">
                        <a:pos x="80" y="26"/>
                      </a:cxn>
                      <a:cxn ang="0">
                        <a:pos x="83" y="42"/>
                      </a:cxn>
                      <a:cxn ang="0">
                        <a:pos x="80" y="57"/>
                      </a:cxn>
                      <a:cxn ang="0">
                        <a:pos x="70" y="70"/>
                      </a:cxn>
                      <a:cxn ang="0">
                        <a:pos x="57" y="80"/>
                      </a:cxn>
                      <a:cxn ang="0">
                        <a:pos x="40" y="83"/>
                      </a:cxn>
                      <a:cxn ang="0">
                        <a:pos x="26" y="80"/>
                      </a:cxn>
                      <a:cxn ang="0">
                        <a:pos x="12" y="70"/>
                      </a:cxn>
                      <a:cxn ang="0">
                        <a:pos x="2" y="57"/>
                      </a:cxn>
                      <a:cxn ang="0">
                        <a:pos x="0" y="42"/>
                      </a:cxn>
                      <a:cxn ang="0">
                        <a:pos x="2" y="26"/>
                      </a:cxn>
                      <a:cxn ang="0">
                        <a:pos x="12" y="12"/>
                      </a:cxn>
                      <a:cxn ang="0">
                        <a:pos x="26" y="3"/>
                      </a:cxn>
                      <a:cxn ang="0">
                        <a:pos x="40" y="0"/>
                      </a:cxn>
                    </a:cxnLst>
                    <a:rect l="0" t="0" r="r" b="b"/>
                    <a:pathLst>
                      <a:path w="83" h="83">
                        <a:moveTo>
                          <a:pt x="40" y="0"/>
                        </a:moveTo>
                        <a:lnTo>
                          <a:pt x="57" y="3"/>
                        </a:lnTo>
                        <a:lnTo>
                          <a:pt x="70" y="12"/>
                        </a:lnTo>
                        <a:lnTo>
                          <a:pt x="80" y="26"/>
                        </a:lnTo>
                        <a:lnTo>
                          <a:pt x="83" y="42"/>
                        </a:lnTo>
                        <a:lnTo>
                          <a:pt x="80" y="57"/>
                        </a:lnTo>
                        <a:lnTo>
                          <a:pt x="70" y="70"/>
                        </a:lnTo>
                        <a:lnTo>
                          <a:pt x="57" y="80"/>
                        </a:lnTo>
                        <a:lnTo>
                          <a:pt x="40" y="83"/>
                        </a:lnTo>
                        <a:lnTo>
                          <a:pt x="26" y="80"/>
                        </a:lnTo>
                        <a:lnTo>
                          <a:pt x="12" y="70"/>
                        </a:lnTo>
                        <a:lnTo>
                          <a:pt x="2" y="57"/>
                        </a:lnTo>
                        <a:lnTo>
                          <a:pt x="0" y="42"/>
                        </a:lnTo>
                        <a:lnTo>
                          <a:pt x="2" y="26"/>
                        </a:lnTo>
                        <a:lnTo>
                          <a:pt x="12" y="12"/>
                        </a:lnTo>
                        <a:lnTo>
                          <a:pt x="26" y="3"/>
                        </a:lnTo>
                        <a:lnTo>
                          <a:pt x="40" y="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5" name="Freeform 9"/>
                  <p:cNvSpPr>
                    <a:spLocks/>
                  </p:cNvSpPr>
                  <p:nvPr/>
                </p:nvSpPr>
                <p:spPr bwMode="auto">
                  <a:xfrm>
                    <a:off x="3243995" y="5419"/>
                    <a:ext cx="99261" cy="101711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57" y="3"/>
                      </a:cxn>
                      <a:cxn ang="0">
                        <a:pos x="69" y="12"/>
                      </a:cxn>
                      <a:cxn ang="0">
                        <a:pos x="79" y="26"/>
                      </a:cxn>
                      <a:cxn ang="0">
                        <a:pos x="81" y="42"/>
                      </a:cxn>
                      <a:cxn ang="0">
                        <a:pos x="79" y="57"/>
                      </a:cxn>
                      <a:cxn ang="0">
                        <a:pos x="69" y="70"/>
                      </a:cxn>
                      <a:cxn ang="0">
                        <a:pos x="57" y="80"/>
                      </a:cxn>
                      <a:cxn ang="0">
                        <a:pos x="41" y="83"/>
                      </a:cxn>
                      <a:cxn ang="0">
                        <a:pos x="24" y="80"/>
                      </a:cxn>
                      <a:cxn ang="0">
                        <a:pos x="12" y="70"/>
                      </a:cxn>
                      <a:cxn ang="0">
                        <a:pos x="3" y="57"/>
                      </a:cxn>
                      <a:cxn ang="0">
                        <a:pos x="0" y="42"/>
                      </a:cxn>
                      <a:cxn ang="0">
                        <a:pos x="3" y="26"/>
                      </a:cxn>
                      <a:cxn ang="0">
                        <a:pos x="12" y="12"/>
                      </a:cxn>
                      <a:cxn ang="0">
                        <a:pos x="24" y="3"/>
                      </a:cxn>
                      <a:cxn ang="0">
                        <a:pos x="41" y="0"/>
                      </a:cxn>
                    </a:cxnLst>
                    <a:rect l="0" t="0" r="r" b="b"/>
                    <a:pathLst>
                      <a:path w="81" h="83">
                        <a:moveTo>
                          <a:pt x="41" y="0"/>
                        </a:moveTo>
                        <a:lnTo>
                          <a:pt x="57" y="3"/>
                        </a:lnTo>
                        <a:lnTo>
                          <a:pt x="69" y="12"/>
                        </a:lnTo>
                        <a:lnTo>
                          <a:pt x="79" y="26"/>
                        </a:lnTo>
                        <a:lnTo>
                          <a:pt x="81" y="42"/>
                        </a:lnTo>
                        <a:lnTo>
                          <a:pt x="79" y="57"/>
                        </a:lnTo>
                        <a:lnTo>
                          <a:pt x="69" y="70"/>
                        </a:lnTo>
                        <a:lnTo>
                          <a:pt x="57" y="80"/>
                        </a:lnTo>
                        <a:lnTo>
                          <a:pt x="41" y="83"/>
                        </a:lnTo>
                        <a:lnTo>
                          <a:pt x="24" y="80"/>
                        </a:lnTo>
                        <a:lnTo>
                          <a:pt x="12" y="70"/>
                        </a:lnTo>
                        <a:lnTo>
                          <a:pt x="3" y="57"/>
                        </a:lnTo>
                        <a:lnTo>
                          <a:pt x="0" y="42"/>
                        </a:lnTo>
                        <a:lnTo>
                          <a:pt x="3" y="26"/>
                        </a:lnTo>
                        <a:lnTo>
                          <a:pt x="12" y="12"/>
                        </a:lnTo>
                        <a:lnTo>
                          <a:pt x="24" y="3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FFC605"/>
                  </a:solidFill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6" name="Freeform 10"/>
                  <p:cNvSpPr>
                    <a:spLocks/>
                  </p:cNvSpPr>
                  <p:nvPr/>
                </p:nvSpPr>
                <p:spPr bwMode="auto">
                  <a:xfrm>
                    <a:off x="3418982" y="5419"/>
                    <a:ext cx="101713" cy="101711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57" y="3"/>
                      </a:cxn>
                      <a:cxn ang="0">
                        <a:pos x="71" y="12"/>
                      </a:cxn>
                      <a:cxn ang="0">
                        <a:pos x="80" y="26"/>
                      </a:cxn>
                      <a:cxn ang="0">
                        <a:pos x="83" y="42"/>
                      </a:cxn>
                      <a:cxn ang="0">
                        <a:pos x="80" y="57"/>
                      </a:cxn>
                      <a:cxn ang="0">
                        <a:pos x="71" y="70"/>
                      </a:cxn>
                      <a:cxn ang="0">
                        <a:pos x="57" y="80"/>
                      </a:cxn>
                      <a:cxn ang="0">
                        <a:pos x="41" y="83"/>
                      </a:cxn>
                      <a:cxn ang="0">
                        <a:pos x="26" y="80"/>
                      </a:cxn>
                      <a:cxn ang="0">
                        <a:pos x="12" y="70"/>
                      </a:cxn>
                      <a:cxn ang="0">
                        <a:pos x="3" y="57"/>
                      </a:cxn>
                      <a:cxn ang="0">
                        <a:pos x="0" y="42"/>
                      </a:cxn>
                      <a:cxn ang="0">
                        <a:pos x="3" y="26"/>
                      </a:cxn>
                      <a:cxn ang="0">
                        <a:pos x="12" y="12"/>
                      </a:cxn>
                      <a:cxn ang="0">
                        <a:pos x="26" y="3"/>
                      </a:cxn>
                      <a:cxn ang="0">
                        <a:pos x="41" y="0"/>
                      </a:cxn>
                    </a:cxnLst>
                    <a:rect l="0" t="0" r="r" b="b"/>
                    <a:pathLst>
                      <a:path w="83" h="83">
                        <a:moveTo>
                          <a:pt x="41" y="0"/>
                        </a:moveTo>
                        <a:lnTo>
                          <a:pt x="57" y="3"/>
                        </a:lnTo>
                        <a:lnTo>
                          <a:pt x="71" y="12"/>
                        </a:lnTo>
                        <a:lnTo>
                          <a:pt x="80" y="26"/>
                        </a:lnTo>
                        <a:lnTo>
                          <a:pt x="83" y="42"/>
                        </a:lnTo>
                        <a:lnTo>
                          <a:pt x="80" y="57"/>
                        </a:lnTo>
                        <a:lnTo>
                          <a:pt x="71" y="70"/>
                        </a:lnTo>
                        <a:lnTo>
                          <a:pt x="57" y="80"/>
                        </a:lnTo>
                        <a:lnTo>
                          <a:pt x="41" y="83"/>
                        </a:lnTo>
                        <a:lnTo>
                          <a:pt x="26" y="80"/>
                        </a:lnTo>
                        <a:lnTo>
                          <a:pt x="12" y="70"/>
                        </a:lnTo>
                        <a:lnTo>
                          <a:pt x="3" y="57"/>
                        </a:lnTo>
                        <a:lnTo>
                          <a:pt x="0" y="42"/>
                        </a:lnTo>
                        <a:lnTo>
                          <a:pt x="3" y="26"/>
                        </a:lnTo>
                        <a:lnTo>
                          <a:pt x="12" y="12"/>
                        </a:lnTo>
                        <a:lnTo>
                          <a:pt x="26" y="3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56FF00"/>
                  </a:solidFill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81" name="Straight Arrow Connector 80"/>
                <p:cNvCxnSpPr/>
                <p:nvPr/>
              </p:nvCxnSpPr>
              <p:spPr>
                <a:xfrm rot="5400000">
                  <a:off x="8764077" y="1555224"/>
                  <a:ext cx="148929" cy="147614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Rounded Rectangle 55"/>
              <p:cNvSpPr/>
              <p:nvPr/>
            </p:nvSpPr>
            <p:spPr>
              <a:xfrm>
                <a:off x="3408362" y="1391764"/>
                <a:ext cx="5715000" cy="263236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Rounded Rectangle 20"/>
            <p:cNvSpPr/>
            <p:nvPr/>
          </p:nvSpPr>
          <p:spPr>
            <a:xfrm>
              <a:off x="2741611" y="1905000"/>
              <a:ext cx="9576047" cy="321961"/>
            </a:xfrm>
            <a:prstGeom prst="roundRect">
              <a:avLst>
                <a:gd name="adj" fmla="val 55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45720" rIns="109728" rtlCol="0" anchor="ctr"/>
            <a:lstStyle/>
            <a:p>
              <a:r>
                <a:rPr lang="en-US" sz="18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hlinkClick r:id="rId2"/>
                </a:rPr>
                <a:t>https://github.com/vagvolgyimate19/beadando.git</a:t>
              </a:r>
              <a:endPara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38203" y="2680366"/>
              <a:ext cx="8382861" cy="1143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A weboldal publikálásra került a GitHub-</a:t>
              </a:r>
              <a:r>
                <a:rPr lang="hu-HU" dirty="0" err="1"/>
                <a:t>on</a:t>
              </a:r>
              <a:r>
                <a:rPr lang="hu-HU" dirty="0"/>
                <a:t>. </a:t>
              </a:r>
              <a:endParaRPr lang="en-US" dirty="0"/>
            </a:p>
          </p:txBody>
        </p:sp>
      </p:grpSp>
      <p:pic>
        <p:nvPicPr>
          <p:cNvPr id="6" name="Kép 5">
            <a:extLst>
              <a:ext uri="{FF2B5EF4-FFF2-40B4-BE49-F238E27FC236}">
                <a16:creationId xmlns:a16="http://schemas.microsoft.com/office/drawing/2014/main" id="{CDE21DE0-3227-42FD-B03F-653627C57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611" y="3979004"/>
            <a:ext cx="5152570" cy="266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2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slidemodel.co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lidemodel.co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slidemodel.co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Egyéni</PresentationFormat>
  <Paragraphs>42</Paragraphs>
  <Slides>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2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Open Sans</vt:lpstr>
      <vt:lpstr>Office Theme</vt:lpstr>
      <vt:lpstr>1_Office Theme</vt:lpstr>
      <vt:lpstr>Általános Fizika Ismeretek</vt:lpstr>
      <vt:lpstr>Tartalomjegyzék, rövid leírás</vt:lpstr>
      <vt:lpstr>Tervek a jövőre nézve</vt:lpstr>
      <vt:lpstr>Internet Browser Shapes for PowerPoint</vt:lpstr>
      <vt:lpstr>Készítési információk</vt:lpstr>
      <vt:lpstr>Weboldal publikálása</vt:lpstr>
      <vt:lpstr>PowerPoint-bemutató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Vágvölgyi Máté</cp:lastModifiedBy>
  <cp:revision>126</cp:revision>
  <dcterms:created xsi:type="dcterms:W3CDTF">2013-09-12T13:05:01Z</dcterms:created>
  <dcterms:modified xsi:type="dcterms:W3CDTF">2021-11-05T08:06:42Z</dcterms:modified>
</cp:coreProperties>
</file>